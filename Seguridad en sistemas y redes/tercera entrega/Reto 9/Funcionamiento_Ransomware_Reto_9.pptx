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slideMasters/_rels/slideMaster11.xml.rels" ContentType="application/vnd.openxmlformats-package.relationships+xml"/>
  <Override PartName="/ppt/slideMasters/_rels/slideMaster12.xml.rels" ContentType="application/vnd.openxmlformats-package.relationships+xml"/>
  <Override PartName="/ppt/slideMasters/_rels/slideMaster13.xml.rels" ContentType="application/vnd.openxmlformats-package.relationships+xml"/>
  <Override PartName="/ppt/slideMasters/_rels/slideMaster14.xml.rels" ContentType="application/vnd.openxmlformats-package.relationships+xml"/>
  <Override PartName="/ppt/slideMasters/_rels/slideMaster15.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media/image1.jpeg" ContentType="image/jpeg"/>
  <Override PartName="/ppt/media/image2.png" ContentType="image/png"/>
  <Override PartName="/ppt/media/image4.jpeg" ContentType="image/jpeg"/>
  <Override PartName="/ppt/media/image3.svg" ContentType="image/svg"/>
  <Override PartName="/ppt/media/image6.png" ContentType="image/png"/>
  <Override PartName="/ppt/media/image5.png" ContentType="image/png"/>
  <Override PartName="/ppt/media/image7.png" ContentType="image/png"/>
  <Override PartName="/ppt/media/image8.png" ContentType="image/png"/>
  <Override PartName="/ppt/media/image9.png" ContentType="image/png"/>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 id="2147483655" r:id="rId5"/>
    <p:sldMasterId id="2147483657" r:id="rId6"/>
    <p:sldMasterId id="2147483660" r:id="rId7"/>
    <p:sldMasterId id="2147483663" r:id="rId8"/>
    <p:sldMasterId id="2147483665" r:id="rId9"/>
    <p:sldMasterId id="2147483667" r:id="rId10"/>
    <p:sldMasterId id="2147483669" r:id="rId11"/>
    <p:sldMasterId id="2147483671" r:id="rId12"/>
    <p:sldMasterId id="2147483673" r:id="rId13"/>
    <p:sldMasterId id="2147483675" r:id="rId14"/>
    <p:sldMasterId id="2147483677" r:id="rId15"/>
    <p:sldMasterId id="2147483679" r:id="rId16"/>
  </p:sldMasterIdLst>
  <p:sldIdLst>
    <p:sldId id="256" r:id="rId17"/>
    <p:sldId id="257" r:id="rId18"/>
    <p:sldId id="258" r:id="rId19"/>
    <p:sldId id="259" r:id="rId20"/>
    <p:sldId id="260" r:id="rId21"/>
    <p:sldId id="261" r:id="rId22"/>
    <p:sldId id="262" r:id="rId23"/>
    <p:sldId id="263" r:id="rId24"/>
    <p:sldId id="264" r:id="rId25"/>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Grey-Elegant">
    <p:spTree>
      <p:nvGrpSpPr>
        <p:cNvPr id="1" name=""/>
        <p:cNvGrpSpPr/>
        <p:nvPr/>
      </p:nvGrpSpPr>
      <p:grpSpPr>
        <a:xfrm>
          <a:off x="0" y="0"/>
          <a:ext cx="0" cy="0"/>
          <a:chOff x="0" y="0"/>
          <a:chExt cx="0" cy="0"/>
        </a:xfrm>
      </p:grpSpPr>
      <p:sp>
        <p:nvSpPr>
          <p:cNvPr id="26"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endParaRPr b="1" lang="es-ES" sz="4400" strike="noStrike" u="wavyHeavy">
              <a:solidFill>
                <a:srgbClr val="000000"/>
              </a:solidFill>
              <a:uFillTx/>
              <a:latin typeface="Noto Sans"/>
            </a:endParaRPr>
          </a:p>
        </p:txBody>
      </p:sp>
      <p:sp>
        <p:nvSpPr>
          <p:cNvPr id="27" name="PlaceHolder 2"/>
          <p:cNvSpPr>
            <a:spLocks noGrp="1"/>
          </p:cNvSpPr>
          <p:nvPr>
            <p:ph type="subTitle"/>
          </p:nvPr>
        </p:nvSpPr>
        <p:spPr>
          <a:xfrm>
            <a:off x="1260000" y="1800000"/>
            <a:ext cx="8280000" cy="3288240"/>
          </a:xfrm>
          <a:prstGeom prst="rect">
            <a:avLst/>
          </a:prstGeom>
          <a:noFill/>
          <a:ln w="0">
            <a:noFill/>
          </a:ln>
        </p:spPr>
        <p:txBody>
          <a:bodyPr lIns="0" rIns="0" tIns="0" bIns="0" anchor="ctr">
            <a:noAutofit/>
          </a:bodyPr>
          <a:p>
            <a:pPr indent="0" algn="ctr">
              <a:buNone/>
            </a:pPr>
            <a:endParaRPr b="0" lang="es-ES" sz="3200" strike="noStrike" u="none">
              <a:solidFill>
                <a:srgbClr val="000000"/>
              </a:solidFill>
              <a:uFillTx/>
              <a:latin typeface="Noto Sans"/>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31505DC0-A549-4D07-B79C-686C4729DD9F}" type="slidenum">
              <a:t>&lt;#&gt;</a:t>
            </a:fld>
          </a:p>
        </p:txBody>
      </p:sp>
      <p:sp>
        <p:nvSpPr>
          <p:cNvPr id="6" name="PlaceHolder 5"/>
          <p:cNvSpPr>
            <a:spLocks noGrp="1"/>
          </p:cNvSpPr>
          <p:nvPr>
            <p:ph type="dt" idx="1"/>
          </p:nvPr>
        </p:nvSpPr>
        <p:spPr/>
        <p:txBody>
          <a:bodyPr/>
          <a:p>
            <a:r>
              <a:rPr lang="es-E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Grey-Elegant">
    <p:spTree>
      <p:nvGrpSpPr>
        <p:cNvPr id="1" name=""/>
        <p:cNvGrpSpPr/>
        <p:nvPr/>
      </p:nvGrpSpPr>
      <p:grpSpPr>
        <a:xfrm>
          <a:off x="0" y="0"/>
          <a:ext cx="0" cy="0"/>
          <a:chOff x="0" y="0"/>
          <a:chExt cx="0" cy="0"/>
        </a:xfrm>
      </p:grpSpPr>
      <p:sp>
        <p:nvSpPr>
          <p:cNvPr id="28"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endParaRPr b="1" lang="es-ES" sz="4400" strike="noStrike" u="wavyHeavy">
              <a:solidFill>
                <a:srgbClr val="000000"/>
              </a:solidFill>
              <a:uFillTx/>
              <a:latin typeface="Noto Sans"/>
            </a:endParaRPr>
          </a:p>
        </p:txBody>
      </p:sp>
      <p:sp>
        <p:nvSpPr>
          <p:cNvPr id="29"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00000"/>
              </a:solidFill>
              <a:uFillTx/>
              <a:latin typeface="Noto Sans"/>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6930DEF-09A4-4113-BCC7-3002705B3746}" type="slidenum">
              <a:t>&lt;#&gt;</a:t>
            </a:fld>
          </a:p>
        </p:txBody>
      </p:sp>
      <p:sp>
        <p:nvSpPr>
          <p:cNvPr id="6" name="PlaceHolder 5"/>
          <p:cNvSpPr>
            <a:spLocks noGrp="1"/>
          </p:cNvSpPr>
          <p:nvPr>
            <p:ph type="dt" idx="1"/>
          </p:nvPr>
        </p:nvSpPr>
        <p:spPr/>
        <p:txBody>
          <a:bodyPr/>
          <a:p>
            <a:r>
              <a:rPr lang="es-E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able of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endParaRPr b="1" lang="es-ES" sz="4400" strike="noStrike" u="wavyHeavy">
              <a:solidFill>
                <a:srgbClr val="000000"/>
              </a:solidFill>
              <a:uFillTx/>
              <a:latin typeface="Noto Sans"/>
            </a:endParaRPr>
          </a:p>
        </p:txBody>
      </p:sp>
      <p:sp>
        <p:nvSpPr>
          <p:cNvPr id="49"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00000"/>
              </a:solidFill>
              <a:uFillTx/>
              <a:latin typeface="Noto Sans"/>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CB03E252-17DC-4B79-8013-687B0E7136B9}" type="slidenum">
              <a:t>&lt;#&gt;</a:t>
            </a:fld>
          </a:p>
        </p:txBody>
      </p:sp>
      <p:sp>
        <p:nvSpPr>
          <p:cNvPr id="6" name="PlaceHolder 5"/>
          <p:cNvSpPr>
            <a:spLocks noGrp="1"/>
          </p:cNvSpPr>
          <p:nvPr>
            <p:ph type="dt" idx="4"/>
          </p:nvPr>
        </p:nvSpPr>
        <p:spPr/>
        <p:txBody>
          <a:bodyPr/>
          <a:p>
            <a:r>
              <a:rPr lang="es-E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ntent 1">
    <p:spTree>
      <p:nvGrpSpPr>
        <p:cNvPr id="1" name=""/>
        <p:cNvGrpSpPr/>
        <p:nvPr/>
      </p:nvGrpSpPr>
      <p:grpSpPr>
        <a:xfrm>
          <a:off x="0" y="0"/>
          <a:ext cx="0" cy="0"/>
          <a:chOff x="0" y="0"/>
          <a:chExt cx="0" cy="0"/>
        </a:xfrm>
      </p:grpSpPr>
      <p:sp>
        <p:nvSpPr>
          <p:cNvPr id="70"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endParaRPr b="1" lang="es-ES" sz="4400" strike="noStrike" u="wavyHeavy">
              <a:solidFill>
                <a:srgbClr val="000000"/>
              </a:solidFill>
              <a:uFillTx/>
              <a:latin typeface="Noto Sans"/>
            </a:endParaRPr>
          </a:p>
        </p:txBody>
      </p:sp>
      <p:sp>
        <p:nvSpPr>
          <p:cNvPr id="71"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00000"/>
              </a:solidFill>
              <a:uFillTx/>
              <a:latin typeface="Noto Sans"/>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C5F87765-E225-4DA8-85A1-7F3610840E46}" type="slidenum">
              <a:t>&lt;#&gt;</a:t>
            </a:fld>
          </a:p>
        </p:txBody>
      </p:sp>
      <p:sp>
        <p:nvSpPr>
          <p:cNvPr id="6" name="PlaceHolder 5"/>
          <p:cNvSpPr>
            <a:spLocks noGrp="1"/>
          </p:cNvSpPr>
          <p:nvPr>
            <p:ph type="dt" idx="7"/>
          </p:nvPr>
        </p:nvSpPr>
        <p:spPr/>
        <p:txBody>
          <a:bodyPr/>
          <a:p>
            <a:r>
              <a:rPr lang="es-E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ullet 1">
    <p:spTree>
      <p:nvGrpSpPr>
        <p:cNvPr id="1" name=""/>
        <p:cNvGrpSpPr/>
        <p:nvPr/>
      </p:nvGrpSpPr>
      <p:grpSpPr>
        <a:xfrm>
          <a:off x="0" y="0"/>
          <a:ext cx="0" cy="0"/>
          <a:chOff x="0" y="0"/>
          <a:chExt cx="0" cy="0"/>
        </a:xfrm>
      </p:grpSpPr>
      <p:sp>
        <p:nvSpPr>
          <p:cNvPr id="86"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endParaRPr b="1" lang="es-ES" sz="4400" strike="noStrike" u="wavyHeavy">
              <a:solidFill>
                <a:srgbClr val="000000"/>
              </a:solidFill>
              <a:uFillTx/>
              <a:latin typeface="Noto Sans"/>
            </a:endParaRPr>
          </a:p>
        </p:txBody>
      </p:sp>
      <p:sp>
        <p:nvSpPr>
          <p:cNvPr id="87"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00000"/>
              </a:solidFill>
              <a:uFillTx/>
              <a:latin typeface="Noto Sans"/>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381273C2-B556-49A2-B1F2-31E15A0B70C9}" type="slidenum">
              <a:t>&lt;#&gt;</a:t>
            </a:fld>
          </a:p>
        </p:txBody>
      </p:sp>
      <p:sp>
        <p:nvSpPr>
          <p:cNvPr id="6" name="PlaceHolder 5"/>
          <p:cNvSpPr>
            <a:spLocks noGrp="1"/>
          </p:cNvSpPr>
          <p:nvPr>
            <p:ph type="dt" idx="10"/>
          </p:nvPr>
        </p:nvSpPr>
        <p:spPr/>
        <p:txBody>
          <a:bodyPr/>
          <a:p>
            <a:r>
              <a:rPr lang="es-E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dgm" preserve="1">
  <p:cSld name="Content 2">
    <p:spTree>
      <p:nvGrpSpPr>
        <p:cNvPr id="1" name=""/>
        <p:cNvGrpSpPr/>
        <p:nvPr/>
      </p:nvGrpSpPr>
      <p:grpSpPr>
        <a:xfrm>
          <a:off x="0" y="0"/>
          <a:ext cx="0" cy="0"/>
          <a:chOff x="0" y="0"/>
          <a:chExt cx="0" cy="0"/>
        </a:xfrm>
      </p:grpSpPr>
      <p:sp>
        <p:nvSpPr>
          <p:cNvPr id="104"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endParaRPr b="1" lang="es-ES" sz="4400" strike="noStrike" u="wavyHeavy">
              <a:solidFill>
                <a:srgbClr val="000000"/>
              </a:solidFill>
              <a:uFillTx/>
              <a:latin typeface="Noto Sans"/>
            </a:endParaRPr>
          </a:p>
        </p:txBody>
      </p:sp>
      <p:sp>
        <p:nvSpPr>
          <p:cNvPr id="105"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00000"/>
              </a:solidFill>
              <a:uFillTx/>
              <a:latin typeface="Noto Sans"/>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71AFA064-719C-4190-98C6-FFF0DDB90697}" type="slidenum">
              <a:t>&lt;#&gt;</a:t>
            </a:fld>
          </a:p>
        </p:txBody>
      </p:sp>
      <p:sp>
        <p:nvSpPr>
          <p:cNvPr id="6" name="PlaceHolder 5"/>
          <p:cNvSpPr>
            <a:spLocks noGrp="1"/>
          </p:cNvSpPr>
          <p:nvPr>
            <p:ph type="dt" idx="13"/>
          </p:nvPr>
        </p:nvSpPr>
        <p:spPr/>
        <p:txBody>
          <a:bodyPr/>
          <a:p>
            <a:r>
              <a:rPr lang="es-E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ntent 2">
    <p:spTree>
      <p:nvGrpSpPr>
        <p:cNvPr id="1" name=""/>
        <p:cNvGrpSpPr/>
        <p:nvPr/>
      </p:nvGrpSpPr>
      <p:grpSpPr>
        <a:xfrm>
          <a:off x="0" y="0"/>
          <a:ext cx="0" cy="0"/>
          <a:chOff x="0" y="0"/>
          <a:chExt cx="0" cy="0"/>
        </a:xfrm>
      </p:grpSpPr>
      <p:sp>
        <p:nvSpPr>
          <p:cNvPr id="106"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endParaRPr b="1" lang="es-ES" sz="4400" strike="noStrike" u="wavyHeavy">
              <a:solidFill>
                <a:srgbClr val="000000"/>
              </a:solidFill>
              <a:uFillTx/>
              <a:latin typeface="Noto Sans"/>
            </a:endParaRPr>
          </a:p>
        </p:txBody>
      </p:sp>
      <p:sp>
        <p:nvSpPr>
          <p:cNvPr id="107"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00000"/>
              </a:solidFill>
              <a:uFillTx/>
              <a:latin typeface="Noto Sans"/>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4EBDE40A-60AC-44E5-8670-A7EB547E005C}" type="slidenum">
              <a:t>&lt;#&gt;</a:t>
            </a:fld>
          </a:p>
        </p:txBody>
      </p:sp>
      <p:sp>
        <p:nvSpPr>
          <p:cNvPr id="6" name="PlaceHolder 5"/>
          <p:cNvSpPr>
            <a:spLocks noGrp="1"/>
          </p:cNvSpPr>
          <p:nvPr>
            <p:ph type="dt" idx="13"/>
          </p:nvPr>
        </p:nvSpPr>
        <p:spPr/>
        <p:txBody>
          <a:bodyPr/>
          <a:p>
            <a:r>
              <a:rPr lang="es-E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ullet 2">
    <p:spTree>
      <p:nvGrpSpPr>
        <p:cNvPr id="1" name=""/>
        <p:cNvGrpSpPr/>
        <p:nvPr/>
      </p:nvGrpSpPr>
      <p:grpSpPr>
        <a:xfrm>
          <a:off x="0" y="0"/>
          <a:ext cx="0" cy="0"/>
          <a:chOff x="0" y="0"/>
          <a:chExt cx="0" cy="0"/>
        </a:xfrm>
      </p:grpSpPr>
      <p:sp>
        <p:nvSpPr>
          <p:cNvPr id="123"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endParaRPr b="1" lang="es-ES" sz="4400" strike="noStrike" u="wavyHeavy">
              <a:solidFill>
                <a:srgbClr val="000000"/>
              </a:solidFill>
              <a:uFillTx/>
              <a:latin typeface="Noto Sans"/>
            </a:endParaRPr>
          </a:p>
        </p:txBody>
      </p:sp>
      <p:sp>
        <p:nvSpPr>
          <p:cNvPr id="124"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00000"/>
              </a:solidFill>
              <a:uFillTx/>
              <a:latin typeface="Noto Sans"/>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B5473E39-D1B0-4378-82A3-D7B3EC9904EA}" type="slidenum">
              <a:t>&lt;#&gt;</a:t>
            </a:fld>
          </a:p>
        </p:txBody>
      </p:sp>
      <p:sp>
        <p:nvSpPr>
          <p:cNvPr id="6" name="PlaceHolder 5"/>
          <p:cNvSpPr>
            <a:spLocks noGrp="1"/>
          </p:cNvSpPr>
          <p:nvPr>
            <p:ph type="dt" idx="16"/>
          </p:nvPr>
        </p:nvSpPr>
        <p:spPr/>
        <p:txBody>
          <a:bodyPr/>
          <a:p>
            <a:r>
              <a:rPr lang="es-E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ullet 2">
    <p:spTree>
      <p:nvGrpSpPr>
        <p:cNvPr id="1" name=""/>
        <p:cNvGrpSpPr/>
        <p:nvPr/>
      </p:nvGrpSpPr>
      <p:grpSpPr>
        <a:xfrm>
          <a:off x="0" y="0"/>
          <a:ext cx="0" cy="0"/>
          <a:chOff x="0" y="0"/>
          <a:chExt cx="0" cy="0"/>
        </a:xfrm>
      </p:grpSpPr>
      <p:sp>
        <p:nvSpPr>
          <p:cNvPr id="125"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endParaRPr b="1" lang="es-ES" sz="4400" strike="noStrike" u="wavyHeavy">
              <a:solidFill>
                <a:srgbClr val="000000"/>
              </a:solidFill>
              <a:uFillTx/>
              <a:latin typeface="Noto Sans"/>
            </a:endParaRPr>
          </a:p>
        </p:txBody>
      </p:sp>
      <p:sp>
        <p:nvSpPr>
          <p:cNvPr id="126" name="PlaceHolder 2"/>
          <p:cNvSpPr>
            <a:spLocks noGrp="1"/>
          </p:cNvSpPr>
          <p:nvPr>
            <p:ph/>
          </p:nvPr>
        </p:nvSpPr>
        <p:spPr>
          <a:xfrm>
            <a:off x="1260000" y="1800000"/>
            <a:ext cx="2665800" cy="1568160"/>
          </a:xfrm>
          <a:prstGeom prst="rect">
            <a:avLst/>
          </a:prstGeom>
          <a:noFill/>
          <a:ln w="0">
            <a:noFill/>
          </a:ln>
        </p:spPr>
        <p:txBody>
          <a:bodyPr lIns="0" rIns="0" tIns="0" bIns="0" anchor="t">
            <a:normAutofit lnSpcReduction="9999"/>
          </a:bodyPr>
          <a:p>
            <a:pPr indent="0">
              <a:spcBef>
                <a:spcPts val="1417"/>
              </a:spcBef>
              <a:buNone/>
            </a:pPr>
            <a:endParaRPr b="0" lang="es-ES" sz="3200" strike="noStrike" u="none">
              <a:solidFill>
                <a:srgbClr val="000000"/>
              </a:solidFill>
              <a:uFillTx/>
              <a:latin typeface="Noto Sans"/>
            </a:endParaRPr>
          </a:p>
        </p:txBody>
      </p:sp>
      <p:sp>
        <p:nvSpPr>
          <p:cNvPr id="127" name="PlaceHolder 3"/>
          <p:cNvSpPr>
            <a:spLocks noGrp="1"/>
          </p:cNvSpPr>
          <p:nvPr>
            <p:ph/>
          </p:nvPr>
        </p:nvSpPr>
        <p:spPr>
          <a:xfrm>
            <a:off x="4059360" y="1800000"/>
            <a:ext cx="2665800" cy="1568160"/>
          </a:xfrm>
          <a:prstGeom prst="rect">
            <a:avLst/>
          </a:prstGeom>
          <a:noFill/>
          <a:ln w="0">
            <a:noFill/>
          </a:ln>
        </p:spPr>
        <p:txBody>
          <a:bodyPr lIns="0" rIns="0" tIns="0" bIns="0" anchor="t">
            <a:normAutofit lnSpcReduction="9999"/>
          </a:bodyPr>
          <a:p>
            <a:pPr indent="0">
              <a:spcBef>
                <a:spcPts val="1417"/>
              </a:spcBef>
              <a:buNone/>
            </a:pPr>
            <a:endParaRPr b="0" lang="es-ES" sz="3200" strike="noStrike" u="none">
              <a:solidFill>
                <a:srgbClr val="000000"/>
              </a:solidFill>
              <a:uFillTx/>
              <a:latin typeface="Noto Sans"/>
            </a:endParaRPr>
          </a:p>
        </p:txBody>
      </p:sp>
      <p:sp>
        <p:nvSpPr>
          <p:cNvPr id="128" name="PlaceHolder 4"/>
          <p:cNvSpPr>
            <a:spLocks noGrp="1"/>
          </p:cNvSpPr>
          <p:nvPr>
            <p:ph/>
          </p:nvPr>
        </p:nvSpPr>
        <p:spPr>
          <a:xfrm>
            <a:off x="6859080" y="1800000"/>
            <a:ext cx="2665800" cy="1568160"/>
          </a:xfrm>
          <a:prstGeom prst="rect">
            <a:avLst/>
          </a:prstGeom>
          <a:noFill/>
          <a:ln w="0">
            <a:noFill/>
          </a:ln>
        </p:spPr>
        <p:txBody>
          <a:bodyPr lIns="0" rIns="0" tIns="0" bIns="0" anchor="t">
            <a:normAutofit lnSpcReduction="9999"/>
          </a:bodyPr>
          <a:p>
            <a:pPr indent="0">
              <a:spcBef>
                <a:spcPts val="1417"/>
              </a:spcBef>
              <a:buNone/>
            </a:pPr>
            <a:endParaRPr b="0" lang="es-ES" sz="3200" strike="noStrike" u="none">
              <a:solidFill>
                <a:srgbClr val="000000"/>
              </a:solidFill>
              <a:uFillTx/>
              <a:latin typeface="Noto Sans"/>
            </a:endParaRPr>
          </a:p>
        </p:txBody>
      </p:sp>
      <p:sp>
        <p:nvSpPr>
          <p:cNvPr id="129" name="PlaceHolder 5"/>
          <p:cNvSpPr>
            <a:spLocks noGrp="1"/>
          </p:cNvSpPr>
          <p:nvPr>
            <p:ph/>
          </p:nvPr>
        </p:nvSpPr>
        <p:spPr>
          <a:xfrm>
            <a:off x="1260000" y="3517560"/>
            <a:ext cx="2665800" cy="1568160"/>
          </a:xfrm>
          <a:prstGeom prst="rect">
            <a:avLst/>
          </a:prstGeom>
          <a:noFill/>
          <a:ln w="0">
            <a:noFill/>
          </a:ln>
        </p:spPr>
        <p:txBody>
          <a:bodyPr lIns="0" rIns="0" tIns="0" bIns="0" anchor="t">
            <a:normAutofit lnSpcReduction="9999"/>
          </a:bodyPr>
          <a:p>
            <a:pPr indent="0">
              <a:spcBef>
                <a:spcPts val="1417"/>
              </a:spcBef>
              <a:buNone/>
            </a:pPr>
            <a:endParaRPr b="0" lang="es-ES" sz="3200" strike="noStrike" u="none">
              <a:solidFill>
                <a:srgbClr val="000000"/>
              </a:solidFill>
              <a:uFillTx/>
              <a:latin typeface="Noto Sans"/>
            </a:endParaRPr>
          </a:p>
        </p:txBody>
      </p:sp>
      <p:sp>
        <p:nvSpPr>
          <p:cNvPr id="130" name="PlaceHolder 6"/>
          <p:cNvSpPr>
            <a:spLocks noGrp="1"/>
          </p:cNvSpPr>
          <p:nvPr>
            <p:ph/>
          </p:nvPr>
        </p:nvSpPr>
        <p:spPr>
          <a:xfrm>
            <a:off x="4059360" y="3517560"/>
            <a:ext cx="2665800" cy="1568160"/>
          </a:xfrm>
          <a:prstGeom prst="rect">
            <a:avLst/>
          </a:prstGeom>
          <a:noFill/>
          <a:ln w="0">
            <a:noFill/>
          </a:ln>
        </p:spPr>
        <p:txBody>
          <a:bodyPr lIns="0" rIns="0" tIns="0" bIns="0" anchor="t">
            <a:normAutofit lnSpcReduction="9999"/>
          </a:bodyPr>
          <a:p>
            <a:pPr indent="0">
              <a:spcBef>
                <a:spcPts val="1417"/>
              </a:spcBef>
              <a:buNone/>
            </a:pPr>
            <a:endParaRPr b="0" lang="es-ES" sz="3200" strike="noStrike" u="none">
              <a:solidFill>
                <a:srgbClr val="000000"/>
              </a:solidFill>
              <a:uFillTx/>
              <a:latin typeface="Noto Sans"/>
            </a:endParaRPr>
          </a:p>
        </p:txBody>
      </p:sp>
      <p:sp>
        <p:nvSpPr>
          <p:cNvPr id="131" name="PlaceHolder 7"/>
          <p:cNvSpPr>
            <a:spLocks noGrp="1"/>
          </p:cNvSpPr>
          <p:nvPr>
            <p:ph/>
          </p:nvPr>
        </p:nvSpPr>
        <p:spPr>
          <a:xfrm>
            <a:off x="6859080" y="3517560"/>
            <a:ext cx="2665800" cy="1568160"/>
          </a:xfrm>
          <a:prstGeom prst="rect">
            <a:avLst/>
          </a:prstGeom>
          <a:noFill/>
          <a:ln w="0">
            <a:noFill/>
          </a:ln>
        </p:spPr>
        <p:txBody>
          <a:bodyPr lIns="0" rIns="0" tIns="0" bIns="0" anchor="t">
            <a:normAutofit lnSpcReduction="9999"/>
          </a:bodyPr>
          <a:p>
            <a:pPr indent="0">
              <a:spcBef>
                <a:spcPts val="1417"/>
              </a:spcBef>
              <a:buNone/>
            </a:pPr>
            <a:endParaRPr b="0" lang="es-ES" sz="3200" strike="noStrike" u="none">
              <a:solidFill>
                <a:srgbClr val="000000"/>
              </a:solidFill>
              <a:uFillTx/>
              <a:latin typeface="Noto Sans"/>
            </a:endParaRPr>
          </a:p>
        </p:txBody>
      </p:sp>
      <p:sp>
        <p:nvSpPr>
          <p:cNvPr id="9" name="PlaceHolder 8"/>
          <p:cNvSpPr>
            <a:spLocks noGrp="1"/>
          </p:cNvSpPr>
          <p:nvPr>
            <p:ph type="ftr" idx="17"/>
          </p:nvPr>
        </p:nvSpPr>
        <p:spPr/>
        <p:txBody>
          <a:bodyPr/>
          <a:p>
            <a:r>
              <a:t>Footer</a:t>
            </a:r>
          </a:p>
        </p:txBody>
      </p:sp>
      <p:sp>
        <p:nvSpPr>
          <p:cNvPr id="10" name="PlaceHolder 9"/>
          <p:cNvSpPr>
            <a:spLocks noGrp="1"/>
          </p:cNvSpPr>
          <p:nvPr>
            <p:ph type="sldNum" idx="18"/>
          </p:nvPr>
        </p:nvSpPr>
        <p:spPr/>
        <p:txBody>
          <a:bodyPr/>
          <a:p>
            <a:fld id="{55391F7A-1B1C-42F6-A7CE-14B853A9FC89}" type="slidenum">
              <a:t>&lt;#&gt;</a:t>
            </a:fld>
          </a:p>
        </p:txBody>
      </p:sp>
      <p:sp>
        <p:nvSpPr>
          <p:cNvPr id="11" name="PlaceHolder 10"/>
          <p:cNvSpPr>
            <a:spLocks noGrp="1"/>
          </p:cNvSpPr>
          <p:nvPr>
            <p:ph type="dt" idx="16"/>
          </p:nvPr>
        </p:nvSpPr>
        <p:spPr/>
        <p:txBody>
          <a:bodyPr/>
          <a:p>
            <a:r>
              <a:rPr lang="es-E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Jigsaw">
    <p:spTree>
      <p:nvGrpSpPr>
        <p:cNvPr id="1" name=""/>
        <p:cNvGrpSpPr/>
        <p:nvPr/>
      </p:nvGrpSpPr>
      <p:grpSpPr>
        <a:xfrm>
          <a:off x="0" y="0"/>
          <a:ext cx="0" cy="0"/>
          <a:chOff x="0" y="0"/>
          <a:chExt cx="0" cy="0"/>
        </a:xfrm>
      </p:grpSpPr>
      <p:sp>
        <p:nvSpPr>
          <p:cNvPr id="168"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endParaRPr b="1" lang="es-ES" sz="4400" strike="noStrike" u="wavyHeavy">
              <a:solidFill>
                <a:srgbClr val="000000"/>
              </a:solidFill>
              <a:uFillTx/>
              <a:latin typeface="Noto Sans"/>
            </a:endParaRPr>
          </a:p>
        </p:txBody>
      </p:sp>
      <p:sp>
        <p:nvSpPr>
          <p:cNvPr id="169"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00000"/>
              </a:solidFill>
              <a:uFillTx/>
              <a:latin typeface="Noto Sans"/>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E19B56BD-B219-4BAC-A39E-04368776CCAC}" type="slidenum">
              <a:t>&lt;#&gt;</a:t>
            </a:fld>
          </a:p>
        </p:txBody>
      </p:sp>
      <p:sp>
        <p:nvSpPr>
          <p:cNvPr id="6" name="PlaceHolder 5"/>
          <p:cNvSpPr>
            <a:spLocks noGrp="1"/>
          </p:cNvSpPr>
          <p:nvPr>
            <p:ph type="dt" idx="19"/>
          </p:nvPr>
        </p:nvSpPr>
        <p:spPr/>
        <p:txBody>
          <a:bodyPr/>
          <a:p>
            <a:r>
              <a:rPr lang="es-E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ullet 3">
    <p:spTree>
      <p:nvGrpSpPr>
        <p:cNvPr id="1" name=""/>
        <p:cNvGrpSpPr/>
        <p:nvPr/>
      </p:nvGrpSpPr>
      <p:grpSpPr>
        <a:xfrm>
          <a:off x="0" y="0"/>
          <a:ext cx="0" cy="0"/>
          <a:chOff x="0" y="0"/>
          <a:chExt cx="0" cy="0"/>
        </a:xfrm>
      </p:grpSpPr>
      <p:sp>
        <p:nvSpPr>
          <p:cNvPr id="195"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endParaRPr b="1" lang="es-ES" sz="4400" strike="noStrike" u="wavyHeavy">
              <a:solidFill>
                <a:srgbClr val="000000"/>
              </a:solidFill>
              <a:uFillTx/>
              <a:latin typeface="Noto Sans"/>
            </a:endParaRPr>
          </a:p>
        </p:txBody>
      </p:sp>
      <p:sp>
        <p:nvSpPr>
          <p:cNvPr id="196"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00000"/>
              </a:solidFill>
              <a:uFillTx/>
              <a:latin typeface="Noto Sans"/>
            </a:endParaRPr>
          </a:p>
        </p:txBody>
      </p:sp>
      <p:sp>
        <p:nvSpPr>
          <p:cNvPr id="4" name="PlaceHolder 3"/>
          <p:cNvSpPr>
            <a:spLocks noGrp="1"/>
          </p:cNvSpPr>
          <p:nvPr>
            <p:ph type="ftr" idx="23"/>
          </p:nvPr>
        </p:nvSpPr>
        <p:spPr/>
        <p:txBody>
          <a:bodyPr/>
          <a:p>
            <a:r>
              <a:t>Footer</a:t>
            </a:r>
          </a:p>
        </p:txBody>
      </p:sp>
      <p:sp>
        <p:nvSpPr>
          <p:cNvPr id="5" name="PlaceHolder 4"/>
          <p:cNvSpPr>
            <a:spLocks noGrp="1"/>
          </p:cNvSpPr>
          <p:nvPr>
            <p:ph type="sldNum" idx="24"/>
          </p:nvPr>
        </p:nvSpPr>
        <p:spPr/>
        <p:txBody>
          <a:bodyPr/>
          <a:p>
            <a:fld id="{FF967266-9EE0-48B1-AF4E-F9C3D2F22568}" type="slidenum">
              <a:t>&lt;#&gt;</a:t>
            </a:fld>
          </a:p>
        </p:txBody>
      </p:sp>
      <p:sp>
        <p:nvSpPr>
          <p:cNvPr id="6" name="PlaceHolder 5"/>
          <p:cNvSpPr>
            <a:spLocks noGrp="1"/>
          </p:cNvSpPr>
          <p:nvPr>
            <p:ph type="dt" idx="22"/>
          </p:nvPr>
        </p:nvSpPr>
        <p:spPr/>
        <p:txBody>
          <a:bodyPr/>
          <a:p>
            <a:r>
              <a:rPr lang="es-E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Image">
    <p:spTree>
      <p:nvGrpSpPr>
        <p:cNvPr id="1" name=""/>
        <p:cNvGrpSpPr/>
        <p:nvPr/>
      </p:nvGrpSpPr>
      <p:grpSpPr>
        <a:xfrm>
          <a:off x="0" y="0"/>
          <a:ext cx="0" cy="0"/>
          <a:chOff x="0" y="0"/>
          <a:chExt cx="0" cy="0"/>
        </a:xfrm>
      </p:grpSpPr>
      <p:sp>
        <p:nvSpPr>
          <p:cNvPr id="209"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endParaRPr b="1" lang="es-ES" sz="4400" strike="noStrike" u="wavyHeavy">
              <a:solidFill>
                <a:srgbClr val="000000"/>
              </a:solidFill>
              <a:uFillTx/>
              <a:latin typeface="Noto Sans"/>
            </a:endParaRPr>
          </a:p>
        </p:txBody>
      </p:sp>
      <p:sp>
        <p:nvSpPr>
          <p:cNvPr id="210"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00000"/>
              </a:solidFill>
              <a:uFillTx/>
              <a:latin typeface="Noto Sans"/>
            </a:endParaRPr>
          </a:p>
        </p:txBody>
      </p:sp>
      <p:sp>
        <p:nvSpPr>
          <p:cNvPr id="4" name="PlaceHolder 3"/>
          <p:cNvSpPr>
            <a:spLocks noGrp="1"/>
          </p:cNvSpPr>
          <p:nvPr>
            <p:ph type="ftr" idx="26"/>
          </p:nvPr>
        </p:nvSpPr>
        <p:spPr/>
        <p:txBody>
          <a:bodyPr/>
          <a:p>
            <a:r>
              <a:t>Footer</a:t>
            </a:r>
          </a:p>
        </p:txBody>
      </p:sp>
      <p:sp>
        <p:nvSpPr>
          <p:cNvPr id="5" name="PlaceHolder 4"/>
          <p:cNvSpPr>
            <a:spLocks noGrp="1"/>
          </p:cNvSpPr>
          <p:nvPr>
            <p:ph type="sldNum" idx="27"/>
          </p:nvPr>
        </p:nvSpPr>
        <p:spPr/>
        <p:txBody>
          <a:bodyPr/>
          <a:p>
            <a:fld id="{CD3774F7-D31B-40B4-973C-1D37FECC9C43}" type="slidenum">
              <a:t>&lt;#&gt;</a:t>
            </a:fld>
          </a:p>
        </p:txBody>
      </p:sp>
      <p:sp>
        <p:nvSpPr>
          <p:cNvPr id="6" name="PlaceHolder 5"/>
          <p:cNvSpPr>
            <a:spLocks noGrp="1"/>
          </p:cNvSpPr>
          <p:nvPr>
            <p:ph type="dt" idx="25"/>
          </p:nvPr>
        </p:nvSpPr>
        <p:spPr/>
        <p:txBody>
          <a:bodyPr/>
          <a:p>
            <a:r>
              <a:rPr lang="es-E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ntent 1_">
    <p:spTree>
      <p:nvGrpSpPr>
        <p:cNvPr id="1" name=""/>
        <p:cNvGrpSpPr/>
        <p:nvPr/>
      </p:nvGrpSpPr>
      <p:grpSpPr>
        <a:xfrm>
          <a:off x="0" y="0"/>
          <a:ext cx="0" cy="0"/>
          <a:chOff x="0" y="0"/>
          <a:chExt cx="0" cy="0"/>
        </a:xfrm>
      </p:grpSpPr>
      <p:sp>
        <p:nvSpPr>
          <p:cNvPr id="231"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endParaRPr b="1" lang="es-ES" sz="4400" strike="noStrike" u="wavyHeavy">
              <a:solidFill>
                <a:srgbClr val="000000"/>
              </a:solidFill>
              <a:uFillTx/>
              <a:latin typeface="Noto Sans"/>
            </a:endParaRPr>
          </a:p>
        </p:txBody>
      </p:sp>
      <p:sp>
        <p:nvSpPr>
          <p:cNvPr id="232"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00000"/>
              </a:solidFill>
              <a:uFillTx/>
              <a:latin typeface="Noto Sans"/>
            </a:endParaRPr>
          </a:p>
        </p:txBody>
      </p:sp>
      <p:sp>
        <p:nvSpPr>
          <p:cNvPr id="4" name="PlaceHolder 3"/>
          <p:cNvSpPr>
            <a:spLocks noGrp="1"/>
          </p:cNvSpPr>
          <p:nvPr>
            <p:ph type="ftr" idx="29"/>
          </p:nvPr>
        </p:nvSpPr>
        <p:spPr/>
        <p:txBody>
          <a:bodyPr/>
          <a:p>
            <a:r>
              <a:t>Footer</a:t>
            </a:r>
          </a:p>
        </p:txBody>
      </p:sp>
      <p:sp>
        <p:nvSpPr>
          <p:cNvPr id="5" name="PlaceHolder 4"/>
          <p:cNvSpPr>
            <a:spLocks noGrp="1"/>
          </p:cNvSpPr>
          <p:nvPr>
            <p:ph type="sldNum" idx="30"/>
          </p:nvPr>
        </p:nvSpPr>
        <p:spPr/>
        <p:txBody>
          <a:bodyPr/>
          <a:p>
            <a:fld id="{CCDA02D1-BB36-433D-ABB7-7CD174CB47F3}" type="slidenum">
              <a:t>&lt;#&gt;</a:t>
            </a:fld>
          </a:p>
        </p:txBody>
      </p:sp>
      <p:sp>
        <p:nvSpPr>
          <p:cNvPr id="6" name="PlaceHolder 5"/>
          <p:cNvSpPr>
            <a:spLocks noGrp="1"/>
          </p:cNvSpPr>
          <p:nvPr>
            <p:ph type="dt" idx="28"/>
          </p:nvPr>
        </p:nvSpPr>
        <p:spPr/>
        <p:txBody>
          <a:bodyPr/>
          <a:p>
            <a:r>
              <a:rPr lang="es-E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ntent 1__">
    <p:spTree>
      <p:nvGrpSpPr>
        <p:cNvPr id="1" name=""/>
        <p:cNvGrpSpPr/>
        <p:nvPr/>
      </p:nvGrpSpPr>
      <p:grpSpPr>
        <a:xfrm>
          <a:off x="0" y="0"/>
          <a:ext cx="0" cy="0"/>
          <a:chOff x="0" y="0"/>
          <a:chExt cx="0" cy="0"/>
        </a:xfrm>
      </p:grpSpPr>
      <p:sp>
        <p:nvSpPr>
          <p:cNvPr id="253"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endParaRPr b="1" lang="es-ES" sz="4400" strike="noStrike" u="wavyHeavy">
              <a:solidFill>
                <a:srgbClr val="000000"/>
              </a:solidFill>
              <a:uFillTx/>
              <a:latin typeface="Noto Sans"/>
            </a:endParaRPr>
          </a:p>
        </p:txBody>
      </p:sp>
      <p:sp>
        <p:nvSpPr>
          <p:cNvPr id="254"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00000"/>
              </a:solidFill>
              <a:uFillTx/>
              <a:latin typeface="Noto Sans"/>
            </a:endParaRPr>
          </a:p>
        </p:txBody>
      </p:sp>
      <p:sp>
        <p:nvSpPr>
          <p:cNvPr id="4" name="PlaceHolder 3"/>
          <p:cNvSpPr>
            <a:spLocks noGrp="1"/>
          </p:cNvSpPr>
          <p:nvPr>
            <p:ph type="ftr" idx="32"/>
          </p:nvPr>
        </p:nvSpPr>
        <p:spPr/>
        <p:txBody>
          <a:bodyPr/>
          <a:p>
            <a:r>
              <a:t>Footer</a:t>
            </a:r>
          </a:p>
        </p:txBody>
      </p:sp>
      <p:sp>
        <p:nvSpPr>
          <p:cNvPr id="5" name="PlaceHolder 4"/>
          <p:cNvSpPr>
            <a:spLocks noGrp="1"/>
          </p:cNvSpPr>
          <p:nvPr>
            <p:ph type="sldNum" idx="33"/>
          </p:nvPr>
        </p:nvSpPr>
        <p:spPr/>
        <p:txBody>
          <a:bodyPr/>
          <a:p>
            <a:fld id="{58C4178E-2026-4D87-90DF-B5FD177CCCF7}" type="slidenum">
              <a:t>&lt;#&gt;</a:t>
            </a:fld>
          </a:p>
        </p:txBody>
      </p:sp>
      <p:sp>
        <p:nvSpPr>
          <p:cNvPr id="6" name="PlaceHolder 5"/>
          <p:cNvSpPr>
            <a:spLocks noGrp="1"/>
          </p:cNvSpPr>
          <p:nvPr>
            <p:ph type="dt" idx="31"/>
          </p:nvPr>
        </p:nvSpPr>
        <p:spPr/>
        <p:txBody>
          <a:bodyPr/>
          <a:p>
            <a:r>
              <a:rPr lang="es-E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ntent 1___">
    <p:spTree>
      <p:nvGrpSpPr>
        <p:cNvPr id="1" name=""/>
        <p:cNvGrpSpPr/>
        <p:nvPr/>
      </p:nvGrpSpPr>
      <p:grpSpPr>
        <a:xfrm>
          <a:off x="0" y="0"/>
          <a:ext cx="0" cy="0"/>
          <a:chOff x="0" y="0"/>
          <a:chExt cx="0" cy="0"/>
        </a:xfrm>
      </p:grpSpPr>
      <p:sp>
        <p:nvSpPr>
          <p:cNvPr id="275"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endParaRPr b="1" lang="es-ES" sz="4400" strike="noStrike" u="wavyHeavy">
              <a:solidFill>
                <a:srgbClr val="000000"/>
              </a:solidFill>
              <a:uFillTx/>
              <a:latin typeface="Noto Sans"/>
            </a:endParaRPr>
          </a:p>
        </p:txBody>
      </p:sp>
      <p:sp>
        <p:nvSpPr>
          <p:cNvPr id="276"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00000"/>
              </a:solidFill>
              <a:uFillTx/>
              <a:latin typeface="Noto Sans"/>
            </a:endParaRPr>
          </a:p>
        </p:txBody>
      </p:sp>
      <p:sp>
        <p:nvSpPr>
          <p:cNvPr id="4" name="PlaceHolder 3"/>
          <p:cNvSpPr>
            <a:spLocks noGrp="1"/>
          </p:cNvSpPr>
          <p:nvPr>
            <p:ph type="ftr" idx="35"/>
          </p:nvPr>
        </p:nvSpPr>
        <p:spPr/>
        <p:txBody>
          <a:bodyPr/>
          <a:p>
            <a:r>
              <a:t>Footer</a:t>
            </a:r>
          </a:p>
        </p:txBody>
      </p:sp>
      <p:sp>
        <p:nvSpPr>
          <p:cNvPr id="5" name="PlaceHolder 4"/>
          <p:cNvSpPr>
            <a:spLocks noGrp="1"/>
          </p:cNvSpPr>
          <p:nvPr>
            <p:ph type="sldNum" idx="36"/>
          </p:nvPr>
        </p:nvSpPr>
        <p:spPr/>
        <p:txBody>
          <a:bodyPr/>
          <a:p>
            <a:fld id="{9E3FAA82-7EF1-4D0D-93E6-1A379F7E0F14}" type="slidenum">
              <a:t>&lt;#&gt;</a:t>
            </a:fld>
          </a:p>
        </p:txBody>
      </p:sp>
      <p:sp>
        <p:nvSpPr>
          <p:cNvPr id="6" name="PlaceHolder 5"/>
          <p:cNvSpPr>
            <a:spLocks noGrp="1"/>
          </p:cNvSpPr>
          <p:nvPr>
            <p:ph type="dt" idx="34"/>
          </p:nvPr>
        </p:nvSpPr>
        <p:spPr/>
        <p:txBody>
          <a:bodyPr/>
          <a:p>
            <a:r>
              <a:rPr lang="es-E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ntent 1____">
    <p:spTree>
      <p:nvGrpSpPr>
        <p:cNvPr id="1" name=""/>
        <p:cNvGrpSpPr/>
        <p:nvPr/>
      </p:nvGrpSpPr>
      <p:grpSpPr>
        <a:xfrm>
          <a:off x="0" y="0"/>
          <a:ext cx="0" cy="0"/>
          <a:chOff x="0" y="0"/>
          <a:chExt cx="0" cy="0"/>
        </a:xfrm>
      </p:grpSpPr>
      <p:sp>
        <p:nvSpPr>
          <p:cNvPr id="297"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endParaRPr b="1" lang="es-ES" sz="4400" strike="noStrike" u="wavyHeavy">
              <a:solidFill>
                <a:srgbClr val="000000"/>
              </a:solidFill>
              <a:uFillTx/>
              <a:latin typeface="Noto Sans"/>
            </a:endParaRPr>
          </a:p>
        </p:txBody>
      </p:sp>
      <p:sp>
        <p:nvSpPr>
          <p:cNvPr id="298"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00000"/>
              </a:solidFill>
              <a:uFillTx/>
              <a:latin typeface="Noto Sans"/>
            </a:endParaRPr>
          </a:p>
        </p:txBody>
      </p:sp>
      <p:sp>
        <p:nvSpPr>
          <p:cNvPr id="4" name="PlaceHolder 3"/>
          <p:cNvSpPr>
            <a:spLocks noGrp="1"/>
          </p:cNvSpPr>
          <p:nvPr>
            <p:ph type="ftr" idx="38"/>
          </p:nvPr>
        </p:nvSpPr>
        <p:spPr/>
        <p:txBody>
          <a:bodyPr/>
          <a:p>
            <a:r>
              <a:t>Footer</a:t>
            </a:r>
          </a:p>
        </p:txBody>
      </p:sp>
      <p:sp>
        <p:nvSpPr>
          <p:cNvPr id="5" name="PlaceHolder 4"/>
          <p:cNvSpPr>
            <a:spLocks noGrp="1"/>
          </p:cNvSpPr>
          <p:nvPr>
            <p:ph type="sldNum" idx="39"/>
          </p:nvPr>
        </p:nvSpPr>
        <p:spPr/>
        <p:txBody>
          <a:bodyPr/>
          <a:p>
            <a:fld id="{E8CC80DF-E989-4E3B-B1B4-00CCCBD99BB4}" type="slidenum">
              <a:t>&lt;#&gt;</a:t>
            </a:fld>
          </a:p>
        </p:txBody>
      </p:sp>
      <p:sp>
        <p:nvSpPr>
          <p:cNvPr id="6" name="PlaceHolder 5"/>
          <p:cNvSpPr>
            <a:spLocks noGrp="1"/>
          </p:cNvSpPr>
          <p:nvPr>
            <p:ph type="dt" idx="37"/>
          </p:nvPr>
        </p:nvSpPr>
        <p:spPr/>
        <p:txBody>
          <a:bodyPr/>
          <a:p>
            <a:r>
              <a:rPr lang="es-E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ntent 1_____">
    <p:spTree>
      <p:nvGrpSpPr>
        <p:cNvPr id="1" name=""/>
        <p:cNvGrpSpPr/>
        <p:nvPr/>
      </p:nvGrpSpPr>
      <p:grpSpPr>
        <a:xfrm>
          <a:off x="0" y="0"/>
          <a:ext cx="0" cy="0"/>
          <a:chOff x="0" y="0"/>
          <a:chExt cx="0" cy="0"/>
        </a:xfrm>
      </p:grpSpPr>
      <p:sp>
        <p:nvSpPr>
          <p:cNvPr id="319"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endParaRPr b="1" lang="es-ES" sz="4400" strike="noStrike" u="wavyHeavy">
              <a:solidFill>
                <a:srgbClr val="000000"/>
              </a:solidFill>
              <a:uFillTx/>
              <a:latin typeface="Noto Sans"/>
            </a:endParaRPr>
          </a:p>
        </p:txBody>
      </p:sp>
      <p:sp>
        <p:nvSpPr>
          <p:cNvPr id="320"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00000"/>
              </a:solidFill>
              <a:uFillTx/>
              <a:latin typeface="Noto Sans"/>
            </a:endParaRPr>
          </a:p>
        </p:txBody>
      </p:sp>
      <p:sp>
        <p:nvSpPr>
          <p:cNvPr id="4" name="PlaceHolder 3"/>
          <p:cNvSpPr>
            <a:spLocks noGrp="1"/>
          </p:cNvSpPr>
          <p:nvPr>
            <p:ph type="ftr" idx="41"/>
          </p:nvPr>
        </p:nvSpPr>
        <p:spPr/>
        <p:txBody>
          <a:bodyPr/>
          <a:p>
            <a:r>
              <a:t>Footer</a:t>
            </a:r>
          </a:p>
        </p:txBody>
      </p:sp>
      <p:sp>
        <p:nvSpPr>
          <p:cNvPr id="5" name="PlaceHolder 4"/>
          <p:cNvSpPr>
            <a:spLocks noGrp="1"/>
          </p:cNvSpPr>
          <p:nvPr>
            <p:ph type="sldNum" idx="42"/>
          </p:nvPr>
        </p:nvSpPr>
        <p:spPr/>
        <p:txBody>
          <a:bodyPr/>
          <a:p>
            <a:fld id="{791AB85C-9B58-4F8E-B212-42C3134969E3}" type="slidenum">
              <a:t>&lt;#&gt;</a:t>
            </a:fld>
          </a:p>
        </p:txBody>
      </p:sp>
      <p:sp>
        <p:nvSpPr>
          <p:cNvPr id="6" name="PlaceHolder 5"/>
          <p:cNvSpPr>
            <a:spLocks noGrp="1"/>
          </p:cNvSpPr>
          <p:nvPr>
            <p:ph type="dt" idx="40"/>
          </p:nvPr>
        </p:nvSpPr>
        <p:spPr/>
        <p:txBody>
          <a:bodyPr/>
          <a:p>
            <a:r>
              <a:rPr lang="es-E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ntent 1______">
    <p:spTree>
      <p:nvGrpSpPr>
        <p:cNvPr id="1" name=""/>
        <p:cNvGrpSpPr/>
        <p:nvPr/>
      </p:nvGrpSpPr>
      <p:grpSpPr>
        <a:xfrm>
          <a:off x="0" y="0"/>
          <a:ext cx="0" cy="0"/>
          <a:chOff x="0" y="0"/>
          <a:chExt cx="0" cy="0"/>
        </a:xfrm>
      </p:grpSpPr>
      <p:sp>
        <p:nvSpPr>
          <p:cNvPr id="341"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endParaRPr b="1" lang="es-ES" sz="4400" strike="noStrike" u="wavyHeavy">
              <a:solidFill>
                <a:srgbClr val="000000"/>
              </a:solidFill>
              <a:uFillTx/>
              <a:latin typeface="Noto Sans"/>
            </a:endParaRPr>
          </a:p>
        </p:txBody>
      </p:sp>
      <p:sp>
        <p:nvSpPr>
          <p:cNvPr id="342" name="PlaceHolder 2"/>
          <p:cNvSpPr>
            <a:spLocks noGrp="1"/>
          </p:cNvSpPr>
          <p:nvPr>
            <p:ph/>
          </p:nvPr>
        </p:nvSpPr>
        <p:spPr>
          <a:xfrm>
            <a:off x="1260000" y="1800000"/>
            <a:ext cx="8280000" cy="3288240"/>
          </a:xfrm>
          <a:prstGeom prst="rect">
            <a:avLst/>
          </a:prstGeom>
          <a:noFill/>
          <a:ln w="0">
            <a:noFill/>
          </a:ln>
        </p:spPr>
        <p:txBody>
          <a:bodyPr lIns="0" rIns="0" tIns="0" bIns="0" anchor="t">
            <a:normAutofit/>
          </a:bodyPr>
          <a:p>
            <a:pPr indent="0">
              <a:spcBef>
                <a:spcPts val="1417"/>
              </a:spcBef>
              <a:buNone/>
            </a:pPr>
            <a:endParaRPr b="0" lang="es-ES" sz="3200" strike="noStrike" u="none">
              <a:solidFill>
                <a:srgbClr val="000000"/>
              </a:solidFill>
              <a:uFillTx/>
              <a:latin typeface="Noto Sans"/>
            </a:endParaRPr>
          </a:p>
        </p:txBody>
      </p:sp>
      <p:sp>
        <p:nvSpPr>
          <p:cNvPr id="4" name="PlaceHolder 3"/>
          <p:cNvSpPr>
            <a:spLocks noGrp="1"/>
          </p:cNvSpPr>
          <p:nvPr>
            <p:ph type="ftr" idx="44"/>
          </p:nvPr>
        </p:nvSpPr>
        <p:spPr/>
        <p:txBody>
          <a:bodyPr/>
          <a:p>
            <a:r>
              <a:t>Footer</a:t>
            </a:r>
          </a:p>
        </p:txBody>
      </p:sp>
      <p:sp>
        <p:nvSpPr>
          <p:cNvPr id="5" name="PlaceHolder 4"/>
          <p:cNvSpPr>
            <a:spLocks noGrp="1"/>
          </p:cNvSpPr>
          <p:nvPr>
            <p:ph type="sldNum" idx="45"/>
          </p:nvPr>
        </p:nvSpPr>
        <p:spPr/>
        <p:txBody>
          <a:bodyPr/>
          <a:p>
            <a:fld id="{EECDD3DA-A908-4F6F-BA2B-E26CB4CD468F}" type="slidenum">
              <a:t>&lt;#&gt;</a:t>
            </a:fld>
          </a:p>
        </p:txBody>
      </p:sp>
      <p:sp>
        <p:nvSpPr>
          <p:cNvPr id="6" name="PlaceHolder 5"/>
          <p:cNvSpPr>
            <a:spLocks noGrp="1"/>
          </p:cNvSpPr>
          <p:nvPr>
            <p:ph type="dt" idx="43"/>
          </p:nvPr>
        </p:nvSpPr>
        <p:spPr/>
        <p:txBody>
          <a:bodyPr/>
          <a:p>
            <a:r>
              <a:rPr lang="es-E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image" Target="../media/image1.jpeg"/><Relationship Id="rId9" Type="http://schemas.openxmlformats.org/officeDocument/2006/relationships/image" Target="../media/image1.jpeg"/><Relationship Id="rId10" Type="http://schemas.openxmlformats.org/officeDocument/2006/relationships/image" Target="../media/image2.png"/><Relationship Id="rId11" Type="http://schemas.openxmlformats.org/officeDocument/2006/relationships/image" Target="../media/image3.svg"/><Relationship Id="rId12"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slideLayout" Target="../slideLayouts/slideLayout4.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5.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6.xml"/><Relationship Id="rId3" Type="http://schemas.openxmlformats.org/officeDocument/2006/relationships/slideLayout" Target="../slideLayouts/slideLayout7.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8.xml"/><Relationship Id="rId3" Type="http://schemas.openxmlformats.org/officeDocument/2006/relationships/slideLayout" Target="../slideLayouts/slideLayout9.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image" Target="../media/image4.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slideLayout" Target="../slideLayouts/slideLayout10.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image" Target="../media/image1.jpeg"/><Relationship Id="rId9" Type="http://schemas.openxmlformats.org/officeDocument/2006/relationships/image" Target="../media/image1.jpeg"/><Relationship Id="rId10" Type="http://schemas.openxmlformats.org/officeDocument/2006/relationships/image" Target="../media/image1.jpeg"/><Relationship Id="rId11" Type="http://schemas.openxmlformats.org/officeDocument/2006/relationships/image" Target="../media/image1.jpeg"/><Relationship Id="rId12" Type="http://schemas.openxmlformats.org/officeDocument/2006/relationships/image" Target="../media/image1.jpeg"/><Relationship Id="rId13" Type="http://schemas.openxmlformats.org/officeDocument/2006/relationships/image" Target="../media/image1.jpeg"/><Relationship Id="rId14" Type="http://schemas.openxmlformats.org/officeDocument/2006/relationships/image" Target="../media/image1.jpeg"/><Relationship Id="rId15" Type="http://schemas.openxmlformats.org/officeDocument/2006/relationships/image" Target="../media/image1.jpeg"/><Relationship Id="rId16" Type="http://schemas.openxmlformats.org/officeDocument/2006/relationships/image" Target="../media/image1.jpeg"/><Relationship Id="rId17" Type="http://schemas.openxmlformats.org/officeDocument/2006/relationships/slideLayout" Target="../slideLayouts/slideLayout11.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2.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slideLayout" Target="../slideLayouts/slideLayout13.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slideLayout" Target="../slideLayouts/slideLayout14.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slideLayout" Target="../slideLayouts/slideLayout15.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slideLayout" Target="../slideLayouts/slideLayout16.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slideLayout" Target="../slideLayouts/slideLayout17.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slideLayout" Target="../slideLayouts/slideLayout1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0" name=""/>
          <p:cNvGrpSpPr/>
          <p:nvPr/>
        </p:nvGrpSpPr>
        <p:grpSpPr>
          <a:xfrm>
            <a:off x="0" y="0"/>
            <a:ext cx="10080720" cy="4114800"/>
            <a:chOff x="0" y="0"/>
            <a:chExt cx="10080720" cy="4114800"/>
          </a:xfrm>
        </p:grpSpPr>
        <p:sp>
          <p:nvSpPr>
            <p:cNvPr id="1" name=""/>
            <p:cNvSpPr/>
            <p:nvPr/>
          </p:nvSpPr>
          <p:spPr>
            <a:xfrm>
              <a:off x="0" y="0"/>
              <a:ext cx="10080720" cy="4114800"/>
            </a:xfrm>
            <a:prstGeom prst="rect">
              <a:avLst/>
            </a:prstGeom>
            <a:solidFill>
              <a:srgbClr val="e9ecef"/>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 name=""/>
            <p:cNvSpPr/>
            <p:nvPr/>
          </p:nvSpPr>
          <p:spPr>
            <a:xfrm>
              <a:off x="0" y="0"/>
              <a:ext cx="10080720" cy="4114800"/>
            </a:xfrm>
            <a:prstGeom prst="rect">
              <a:avLst/>
            </a:prstGeom>
            <a:solidFill>
              <a:srgbClr val="e9ecef"/>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 name=""/>
            <p:cNvSpPr/>
            <p:nvPr/>
          </p:nvSpPr>
          <p:spPr>
            <a:xfrm>
              <a:off x="0" y="1280160"/>
              <a:ext cx="1554480" cy="640080"/>
            </a:xfrm>
            <a:prstGeom prst="rect">
              <a:avLst/>
            </a:prstGeom>
            <a:solidFill>
              <a:srgbClr val="343a40">
                <a:alpha val="2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4" name=""/>
            <p:cNvSpPr/>
            <p:nvPr/>
          </p:nvSpPr>
          <p:spPr>
            <a:xfrm>
              <a:off x="914400" y="1920240"/>
              <a:ext cx="1280160" cy="182880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5" name=""/>
            <p:cNvSpPr/>
            <p:nvPr/>
          </p:nvSpPr>
          <p:spPr>
            <a:xfrm>
              <a:off x="2194560" y="548640"/>
              <a:ext cx="1280160" cy="1828800"/>
            </a:xfrm>
            <a:prstGeom prst="rect">
              <a:avLst/>
            </a:prstGeom>
            <a:solidFill>
              <a:srgbClr val="dee2e6"/>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6" name=""/>
            <p:cNvSpPr/>
            <p:nvPr/>
          </p:nvSpPr>
          <p:spPr>
            <a:xfrm>
              <a:off x="3474720" y="1188720"/>
              <a:ext cx="365760" cy="365760"/>
            </a:xfrm>
            <a:prstGeom prst="rect">
              <a:avLst/>
            </a:prstGeom>
            <a:solidFill>
              <a:srgbClr val="adb5bd"/>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7" name=""/>
            <p:cNvSpPr/>
            <p:nvPr/>
          </p:nvSpPr>
          <p:spPr>
            <a:xfrm>
              <a:off x="4206240" y="0"/>
              <a:ext cx="1463040" cy="914400"/>
            </a:xfrm>
            <a:prstGeom prst="rect">
              <a:avLst/>
            </a:prstGeom>
            <a:solidFill>
              <a:srgbClr val="6c757d"/>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8" name=""/>
            <p:cNvSpPr/>
            <p:nvPr/>
          </p:nvSpPr>
          <p:spPr>
            <a:xfrm>
              <a:off x="4663440" y="914400"/>
              <a:ext cx="1005840" cy="457200"/>
            </a:xfrm>
            <a:prstGeom prst="rect">
              <a:avLst/>
            </a:prstGeom>
            <a:solidFill>
              <a:srgbClr val="dee2e6"/>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9" name=""/>
            <p:cNvSpPr/>
            <p:nvPr/>
          </p:nvSpPr>
          <p:spPr>
            <a:xfrm>
              <a:off x="3474720" y="1737360"/>
              <a:ext cx="3108960" cy="100584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0" name=""/>
            <p:cNvSpPr/>
            <p:nvPr/>
          </p:nvSpPr>
          <p:spPr>
            <a:xfrm>
              <a:off x="4114800" y="2743200"/>
              <a:ext cx="1463040" cy="1005840"/>
            </a:xfrm>
            <a:prstGeom prst="rect">
              <a:avLst/>
            </a:prstGeom>
            <a:solidFill>
              <a:srgbClr val="adb5bd"/>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1" name=""/>
            <p:cNvSpPr/>
            <p:nvPr/>
          </p:nvSpPr>
          <p:spPr>
            <a:xfrm>
              <a:off x="6583680" y="1463040"/>
              <a:ext cx="1554480" cy="457200"/>
            </a:xfrm>
            <a:prstGeom prst="rect">
              <a:avLst/>
            </a:prstGeom>
            <a:solidFill>
              <a:srgbClr val="b2b2b2">
                <a:alpha val="6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2" name=""/>
            <p:cNvSpPr/>
            <p:nvPr/>
          </p:nvSpPr>
          <p:spPr>
            <a:xfrm>
              <a:off x="7315200" y="1920240"/>
              <a:ext cx="1463040" cy="1645920"/>
            </a:xfrm>
            <a:prstGeom prst="rect">
              <a:avLst/>
            </a:prstGeom>
            <a:solidFill>
              <a:srgbClr val="b2b2b2">
                <a:alpha val="3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3" name=""/>
            <p:cNvSpPr/>
            <p:nvPr/>
          </p:nvSpPr>
          <p:spPr>
            <a:xfrm>
              <a:off x="2743200" y="2377440"/>
              <a:ext cx="548640" cy="822960"/>
            </a:xfrm>
            <a:prstGeom prst="rect">
              <a:avLst/>
            </a:prstGeom>
            <a:solidFill>
              <a:srgbClr val="f4f4f9"/>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4" name=""/>
            <p:cNvSpPr/>
            <p:nvPr/>
          </p:nvSpPr>
          <p:spPr>
            <a:xfrm>
              <a:off x="8595360" y="0"/>
              <a:ext cx="1485360" cy="1463040"/>
            </a:xfrm>
            <a:prstGeom prst="rect">
              <a:avLst/>
            </a:prstGeom>
            <a:solidFill>
              <a:srgbClr val="dddddd"/>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5" name=""/>
            <p:cNvSpPr/>
            <p:nvPr/>
          </p:nvSpPr>
          <p:spPr>
            <a:xfrm>
              <a:off x="6766560" y="0"/>
              <a:ext cx="274320" cy="1005840"/>
            </a:xfrm>
            <a:prstGeom prst="rect">
              <a:avLst/>
            </a:prstGeom>
            <a:solidFill>
              <a:srgbClr val="2f4550">
                <a:alpha val="5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6" name=""/>
            <p:cNvSpPr/>
            <p:nvPr/>
          </p:nvSpPr>
          <p:spPr>
            <a:xfrm>
              <a:off x="1554480" y="0"/>
              <a:ext cx="182880" cy="914400"/>
            </a:xfrm>
            <a:prstGeom prst="rect">
              <a:avLst/>
            </a:prstGeom>
            <a:solidFill>
              <a:srgbClr val="808080"/>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7" name=""/>
            <p:cNvSpPr/>
            <p:nvPr/>
          </p:nvSpPr>
          <p:spPr>
            <a:xfrm>
              <a:off x="0" y="3017520"/>
              <a:ext cx="365760" cy="1097280"/>
            </a:xfrm>
            <a:prstGeom prst="rect">
              <a:avLst/>
            </a:prstGeom>
            <a:solidFill>
              <a:srgbClr val="f4f4f9"/>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8" name=""/>
            <p:cNvSpPr/>
            <p:nvPr/>
          </p:nvSpPr>
          <p:spPr>
            <a:xfrm>
              <a:off x="9601200" y="2560320"/>
              <a:ext cx="365760" cy="1554480"/>
            </a:xfrm>
            <a:prstGeom prst="rect">
              <a:avLst/>
            </a:prstGeom>
            <a:solidFill>
              <a:srgbClr val="b2b2b2"/>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9" name=""/>
            <p:cNvSpPr/>
            <p:nvPr/>
          </p:nvSpPr>
          <p:spPr>
            <a:xfrm>
              <a:off x="8778240" y="1828800"/>
              <a:ext cx="365760" cy="365760"/>
            </a:xfrm>
            <a:prstGeom prst="rect">
              <a:avLst/>
            </a:prstGeom>
            <a:solidFill>
              <a:srgbClr val="adb5bd"/>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sp>
        <p:nvSpPr>
          <p:cNvPr id="20" name=""/>
          <p:cNvSpPr/>
          <p:nvPr/>
        </p:nvSpPr>
        <p:spPr>
          <a:xfrm>
            <a:off x="7560000" y="4320000"/>
            <a:ext cx="0" cy="1260000"/>
          </a:xfrm>
          <a:prstGeom prst="line">
            <a:avLst/>
          </a:prstGeom>
          <a:ln w="54720">
            <a:solidFill>
              <a:srgbClr val="999999"/>
            </a:solidFill>
            <a:round/>
          </a:ln>
        </p:spPr>
        <p:style>
          <a:lnRef idx="0"/>
          <a:fillRef idx="0"/>
          <a:effectRef idx="0"/>
          <a:fontRef idx="minor"/>
        </p:style>
        <p:txBody>
          <a:bodyPr lIns="117360" rIns="117360" tIns="72360" bIns="72360" anchor="t">
            <a:noAutofit/>
          </a:bodyPr>
          <a:p>
            <a:endParaRPr b="0" lang="es-ES" sz="1400" strike="noStrike" u="none">
              <a:solidFill>
                <a:srgbClr val="000000"/>
              </a:solidFill>
              <a:uFillTx/>
              <a:latin typeface="Noto Sans"/>
            </a:endParaRPr>
          </a:p>
        </p:txBody>
      </p:sp>
      <p:sp>
        <p:nvSpPr>
          <p:cNvPr id="21" name="PlaceHolder 1"/>
          <p:cNvSpPr>
            <a:spLocks noGrp="1"/>
          </p:cNvSpPr>
          <p:nvPr>
            <p:ph type="title"/>
          </p:nvPr>
        </p:nvSpPr>
        <p:spPr>
          <a:xfrm>
            <a:off x="360000" y="4114800"/>
            <a:ext cx="7020000" cy="1440000"/>
          </a:xfrm>
          <a:prstGeom prst="rect">
            <a:avLst/>
          </a:prstGeom>
          <a:noFill/>
          <a:ln w="0">
            <a:noFill/>
          </a:ln>
        </p:spPr>
        <p:txBody>
          <a:bodyPr lIns="0" rIns="0" tIns="0" bIns="0" anchor="ctr">
            <a:normAutofit fontScale="92500" lnSpcReduction="9999"/>
          </a:bodyPr>
          <a:p>
            <a:pPr indent="0" algn="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22" name="PlaceHolder 2"/>
          <p:cNvSpPr>
            <a:spLocks noGrp="1"/>
          </p:cNvSpPr>
          <p:nvPr>
            <p:ph type="body"/>
          </p:nvPr>
        </p:nvSpPr>
        <p:spPr>
          <a:xfrm>
            <a:off x="468000" y="468000"/>
            <a:ext cx="9144000" cy="363600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23" name="PlaceHolder 3"/>
          <p:cNvSpPr>
            <a:spLocks noGrp="1"/>
          </p:cNvSpPr>
          <p:nvPr>
            <p:ph type="dt" idx="1"/>
          </p:nvPr>
        </p:nvSpPr>
        <p:spPr>
          <a:xfrm>
            <a:off x="7740000" y="4860000"/>
            <a:ext cx="2052000" cy="216000"/>
          </a:xfrm>
          <a:prstGeom prst="rect">
            <a:avLst/>
          </a:prstGeom>
          <a:noFill/>
          <a:ln w="0">
            <a:noFill/>
          </a:ln>
        </p:spPr>
        <p:txBody>
          <a:bodyPr lIns="0" rIns="0" tIns="0" bIns="0" anchor="t">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24" name="PlaceHolder 4"/>
          <p:cNvSpPr>
            <a:spLocks noGrp="1"/>
          </p:cNvSpPr>
          <p:nvPr>
            <p:ph type="ftr" idx="2"/>
          </p:nvPr>
        </p:nvSpPr>
        <p:spPr>
          <a:xfrm>
            <a:off x="7740000" y="4392000"/>
            <a:ext cx="2052000" cy="216000"/>
          </a:xfrm>
          <a:prstGeom prst="rect">
            <a:avLst/>
          </a:prstGeom>
          <a:noFill/>
          <a:ln w="0">
            <a:noFill/>
          </a:ln>
        </p:spPr>
        <p:txBody>
          <a:bodyPr lIns="0" rIns="0" tIns="0" bIns="0" anchor="t">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25" name="PlaceHolder 5"/>
          <p:cNvSpPr>
            <a:spLocks noGrp="1"/>
          </p:cNvSpPr>
          <p:nvPr>
            <p:ph type="sldNum" idx="3"/>
          </p:nvPr>
        </p:nvSpPr>
        <p:spPr>
          <a:xfrm>
            <a:off x="7740000" y="5166000"/>
            <a:ext cx="2052000" cy="2160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D7247B2F-F022-47B0-BE6D-9C67A59C7A9D}"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0" name=""/>
          <p:cNvGrpSpPr/>
          <p:nvPr/>
        </p:nvGrpSpPr>
        <p:grpSpPr>
          <a:xfrm>
            <a:off x="8540280" y="5065920"/>
            <a:ext cx="1280160" cy="548640"/>
            <a:chOff x="8540280" y="5065920"/>
            <a:chExt cx="1280160" cy="548640"/>
          </a:xfrm>
        </p:grpSpPr>
        <p:sp>
          <p:nvSpPr>
            <p:cNvPr id="31" name=""/>
            <p:cNvSpPr/>
            <p:nvPr/>
          </p:nvSpPr>
          <p:spPr>
            <a:xfrm flipV="1" rot="21598800">
              <a:off x="9637560" y="5431680"/>
              <a:ext cx="182880" cy="182880"/>
            </a:xfrm>
            <a:prstGeom prst="ellipse">
              <a:avLst/>
            </a:prstGeom>
            <a:blipFill rotWithShape="0">
              <a:blip r:embed="rId2"/>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2" name=""/>
            <p:cNvSpPr/>
            <p:nvPr/>
          </p:nvSpPr>
          <p:spPr>
            <a:xfrm flipV="1" rot="21598800">
              <a:off x="9271800" y="5431680"/>
              <a:ext cx="182880" cy="182880"/>
            </a:xfrm>
            <a:prstGeom prst="ellipse">
              <a:avLst/>
            </a:prstGeom>
            <a:blipFill rotWithShape="0">
              <a:blip r:embed="rId3"/>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3" name=""/>
            <p:cNvSpPr/>
            <p:nvPr/>
          </p:nvSpPr>
          <p:spPr>
            <a:xfrm flipV="1" rot="21598800">
              <a:off x="8906400" y="5431680"/>
              <a:ext cx="182880" cy="182880"/>
            </a:xfrm>
            <a:prstGeom prst="ellipse">
              <a:avLst/>
            </a:prstGeom>
            <a:blipFill rotWithShape="0">
              <a:blip r:embed="rId4"/>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4" name=""/>
            <p:cNvSpPr/>
            <p:nvPr/>
          </p:nvSpPr>
          <p:spPr>
            <a:xfrm flipV="1" rot="21598800">
              <a:off x="8540280" y="5431680"/>
              <a:ext cx="182880" cy="182880"/>
            </a:xfrm>
            <a:prstGeom prst="ellipse">
              <a:avLst/>
            </a:prstGeom>
            <a:blipFill rotWithShape="0">
              <a:blip r:embed="rId5"/>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5" name=""/>
            <p:cNvSpPr/>
            <p:nvPr/>
          </p:nvSpPr>
          <p:spPr>
            <a:xfrm flipV="1" rot="21598800">
              <a:off x="8540280" y="5065920"/>
              <a:ext cx="182880" cy="182880"/>
            </a:xfrm>
            <a:prstGeom prst="ellipse">
              <a:avLst/>
            </a:prstGeom>
            <a:blipFill rotWithShape="0">
              <a:blip r:embed="rId6"/>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6" name=""/>
            <p:cNvSpPr/>
            <p:nvPr/>
          </p:nvSpPr>
          <p:spPr>
            <a:xfrm flipV="1" rot="21598800">
              <a:off x="8906400" y="5065920"/>
              <a:ext cx="182880" cy="182880"/>
            </a:xfrm>
            <a:prstGeom prst="ellipse">
              <a:avLst/>
            </a:prstGeom>
            <a:blipFill rotWithShape="0">
              <a:blip r:embed="rId7"/>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7" name=""/>
            <p:cNvSpPr/>
            <p:nvPr/>
          </p:nvSpPr>
          <p:spPr>
            <a:xfrm flipV="1" rot="21598800">
              <a:off x="9271800" y="5066280"/>
              <a:ext cx="182880" cy="182880"/>
            </a:xfrm>
            <a:prstGeom prst="ellipse">
              <a:avLst/>
            </a:prstGeom>
            <a:blipFill rotWithShape="0">
              <a:blip r:embed="rId8"/>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8" name=""/>
            <p:cNvSpPr/>
            <p:nvPr/>
          </p:nvSpPr>
          <p:spPr>
            <a:xfrm flipV="1" rot="21598800">
              <a:off x="9637560" y="5065920"/>
              <a:ext cx="182880" cy="182880"/>
            </a:xfrm>
            <a:prstGeom prst="ellipse">
              <a:avLst/>
            </a:prstGeom>
            <a:blipFill rotWithShape="0">
              <a:blip r:embed="rId9"/>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sp>
        <p:nvSpPr>
          <p:cNvPr id="39" name=""/>
          <p:cNvSpPr/>
          <p:nvPr/>
        </p:nvSpPr>
        <p:spPr>
          <a:xfrm>
            <a:off x="1499760" y="1774080"/>
            <a:ext cx="2926080" cy="2926080"/>
          </a:xfrm>
          <a:prstGeom prst="ellipse">
            <a:avLst/>
          </a:prstGeom>
          <a:solidFill>
            <a:srgbClr val="cccccc">
              <a:alpha val="2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40" name=""/>
          <p:cNvSpPr/>
          <p:nvPr/>
        </p:nvSpPr>
        <p:spPr>
          <a:xfrm>
            <a:off x="1225080" y="1134360"/>
            <a:ext cx="1189080" cy="1188360"/>
          </a:xfrm>
          <a:prstGeom prst="ellipse">
            <a:avLst/>
          </a:prstGeom>
          <a:solidFill>
            <a:srgbClr val="cccccc">
              <a:alpha val="2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41" name=""/>
          <p:cNvSpPr/>
          <p:nvPr/>
        </p:nvSpPr>
        <p:spPr>
          <a:xfrm>
            <a:off x="3420000" y="4242960"/>
            <a:ext cx="640080" cy="640080"/>
          </a:xfrm>
          <a:prstGeom prst="ellipse">
            <a:avLst/>
          </a:prstGeom>
          <a:solidFill>
            <a:srgbClr val="cccccc">
              <a:alpha val="2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pic>
        <p:nvPicPr>
          <p:cNvPr id="42" name="" descr=""/>
          <p:cNvPicPr/>
          <p:nvPr/>
        </p:nvPicPr>
        <p:blipFill>
          <a:blip r:embed="rId10">
            <a:extLst>
              <a:ext uri="{96DAC541-7B7A-43D3-8B79-37D633B846F1}">
                <asvg:svgBlip xmlns:asvg="http://schemas.microsoft.com/office/drawing/2016/SVG/main" r:embed="rId11"/>
              </a:ext>
            </a:extLst>
          </a:blip>
          <a:stretch/>
        </p:blipFill>
        <p:spPr>
          <a:xfrm>
            <a:off x="4349520" y="792360"/>
            <a:ext cx="5526000" cy="4145400"/>
          </a:xfrm>
          <a:prstGeom prst="rect">
            <a:avLst/>
          </a:prstGeom>
          <a:noFill/>
          <a:ln w="0">
            <a:noFill/>
          </a:ln>
        </p:spPr>
      </p:pic>
      <p:sp>
        <p:nvSpPr>
          <p:cNvPr id="43" name="PlaceHolder 1"/>
          <p:cNvSpPr>
            <a:spLocks noGrp="1"/>
          </p:cNvSpPr>
          <p:nvPr>
            <p:ph type="title"/>
          </p:nvPr>
        </p:nvSpPr>
        <p:spPr>
          <a:xfrm>
            <a:off x="468000" y="468000"/>
            <a:ext cx="9072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44" name="PlaceHolder 2"/>
          <p:cNvSpPr>
            <a:spLocks noGrp="1"/>
          </p:cNvSpPr>
          <p:nvPr>
            <p:ph type="body"/>
          </p:nvPr>
        </p:nvSpPr>
        <p:spPr>
          <a:xfrm>
            <a:off x="468000" y="1800000"/>
            <a:ext cx="61632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45" name="PlaceHolder 3"/>
          <p:cNvSpPr>
            <a:spLocks noGrp="1"/>
          </p:cNvSpPr>
          <p:nvPr>
            <p:ph type="dt" idx="4"/>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46" name="PlaceHolder 4"/>
          <p:cNvSpPr>
            <a:spLocks noGrp="1"/>
          </p:cNvSpPr>
          <p:nvPr>
            <p:ph type="ftr" idx="5"/>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47" name="PlaceHolder 5"/>
          <p:cNvSpPr>
            <a:spLocks noGrp="1"/>
          </p:cNvSpPr>
          <p:nvPr>
            <p:ph type="sldNum" idx="6"/>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F99414E5-258B-4D1F-9720-E96B2B18B2B3}"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52" r:id="rId1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0" name=""/>
          <p:cNvGrpSpPr/>
          <p:nvPr/>
        </p:nvGrpSpPr>
        <p:grpSpPr>
          <a:xfrm>
            <a:off x="7406640" y="3566160"/>
            <a:ext cx="2377440" cy="4297680"/>
            <a:chOff x="7406640" y="3566160"/>
            <a:chExt cx="2377440" cy="4297680"/>
          </a:xfrm>
        </p:grpSpPr>
        <p:sp>
          <p:nvSpPr>
            <p:cNvPr id="51" name=""/>
            <p:cNvSpPr/>
            <p:nvPr/>
          </p:nvSpPr>
          <p:spPr>
            <a:xfrm>
              <a:off x="8138160" y="4754880"/>
              <a:ext cx="457200" cy="2560320"/>
            </a:xfrm>
            <a:prstGeom prst="rect">
              <a:avLst/>
            </a:prstGeom>
            <a:blipFill rotWithShape="0">
              <a:blip r:embed="rId2"/>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52" name=""/>
            <p:cNvSpPr/>
            <p:nvPr/>
          </p:nvSpPr>
          <p:spPr>
            <a:xfrm>
              <a:off x="8961120" y="3566160"/>
              <a:ext cx="457200" cy="2560320"/>
            </a:xfrm>
            <a:prstGeom prst="rect">
              <a:avLst/>
            </a:prstGeom>
            <a:blipFill rotWithShape="0">
              <a:blip r:embed="rId3"/>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53" name=""/>
            <p:cNvSpPr/>
            <p:nvPr/>
          </p:nvSpPr>
          <p:spPr>
            <a:xfrm>
              <a:off x="7406640" y="5303520"/>
              <a:ext cx="457200" cy="2560320"/>
            </a:xfrm>
            <a:prstGeom prst="rect">
              <a:avLst/>
            </a:prstGeom>
            <a:blipFill rotWithShape="0">
              <a:blip r:embed="rId4"/>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54" name=""/>
            <p:cNvSpPr/>
            <p:nvPr/>
          </p:nvSpPr>
          <p:spPr>
            <a:xfrm>
              <a:off x="8503920" y="5120640"/>
              <a:ext cx="128016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55" name=""/>
            <p:cNvSpPr/>
            <p:nvPr/>
          </p:nvSpPr>
          <p:spPr>
            <a:xfrm>
              <a:off x="8321040" y="530352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56" name=""/>
            <p:cNvSpPr/>
            <p:nvPr/>
          </p:nvSpPr>
          <p:spPr>
            <a:xfrm>
              <a:off x="8869680" y="548640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sp>
        <p:nvSpPr>
          <p:cNvPr id="57" name=""/>
          <p:cNvSpPr/>
          <p:nvPr/>
        </p:nvSpPr>
        <p:spPr>
          <a:xfrm flipH="1" flipV="1">
            <a:off x="1462680" y="-1554480"/>
            <a:ext cx="457200" cy="2560320"/>
          </a:xfrm>
          <a:prstGeom prst="rect">
            <a:avLst/>
          </a:prstGeom>
          <a:blipFill rotWithShape="0">
            <a:blip r:embed="rId5"/>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58" name=""/>
          <p:cNvSpPr/>
          <p:nvPr/>
        </p:nvSpPr>
        <p:spPr>
          <a:xfrm flipH="1" flipV="1">
            <a:off x="639720" y="-365400"/>
            <a:ext cx="457200" cy="2560320"/>
          </a:xfrm>
          <a:prstGeom prst="rect">
            <a:avLst/>
          </a:prstGeom>
          <a:blipFill rotWithShape="0">
            <a:blip r:embed="rId6"/>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59" name=""/>
          <p:cNvSpPr/>
          <p:nvPr/>
        </p:nvSpPr>
        <p:spPr>
          <a:xfrm flipH="1" flipV="1">
            <a:off x="2194560" y="-2103120"/>
            <a:ext cx="457200" cy="2560320"/>
          </a:xfrm>
          <a:prstGeom prst="rect">
            <a:avLst/>
          </a:prstGeom>
          <a:blipFill rotWithShape="0">
            <a:blip r:embed="rId7"/>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60" name=""/>
          <p:cNvSpPr/>
          <p:nvPr/>
        </p:nvSpPr>
        <p:spPr>
          <a:xfrm flipH="1" flipV="1">
            <a:off x="274320" y="548640"/>
            <a:ext cx="128016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61" name=""/>
          <p:cNvSpPr/>
          <p:nvPr/>
        </p:nvSpPr>
        <p:spPr>
          <a:xfrm flipH="1" flipV="1">
            <a:off x="822960" y="36576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62" name=""/>
          <p:cNvSpPr/>
          <p:nvPr/>
        </p:nvSpPr>
        <p:spPr>
          <a:xfrm flipH="1" flipV="1">
            <a:off x="274320" y="18288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63" name=""/>
          <p:cNvSpPr/>
          <p:nvPr/>
        </p:nvSpPr>
        <p:spPr>
          <a:xfrm>
            <a:off x="3474720" y="2560320"/>
            <a:ext cx="2743200" cy="2743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64" name=""/>
          <p:cNvSpPr/>
          <p:nvPr/>
        </p:nvSpPr>
        <p:spPr>
          <a:xfrm flipH="1" flipV="1">
            <a:off x="914040" y="2835000"/>
            <a:ext cx="91440" cy="164592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65"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fontScale="77500" lnSpcReduction="19999"/>
          </a:bodyPr>
          <a:p>
            <a:pPr indent="0" algn="ctr">
              <a:buNone/>
            </a:pPr>
            <a:r>
              <a:rPr b="1" lang="es-ES" sz="4400" strike="noStrike" u="wavyHeavy">
                <a:solidFill>
                  <a:srgbClr val="000000"/>
                </a:solidFill>
                <a:uFillTx/>
                <a:latin typeface="Noto Sans"/>
              </a:rPr>
              <a:t>Pulse para editar el formato del texto de título</a:t>
            </a:r>
            <a:endParaRPr b="1" lang="es-ES" sz="4400" strike="noStrike" u="wavyHeavy">
              <a:solidFill>
                <a:srgbClr val="000000"/>
              </a:solidFill>
              <a:uFillTx/>
              <a:latin typeface="Noto Sans"/>
            </a:endParaRPr>
          </a:p>
        </p:txBody>
      </p:sp>
      <p:sp>
        <p:nvSpPr>
          <p:cNvPr id="66" name="PlaceHolder 2"/>
          <p:cNvSpPr>
            <a:spLocks noGrp="1"/>
          </p:cNvSpPr>
          <p:nvPr>
            <p:ph type="body"/>
          </p:nvPr>
        </p:nvSpPr>
        <p:spPr>
          <a:xfrm>
            <a:off x="1260000" y="1800000"/>
            <a:ext cx="828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67" name="PlaceHolder 3"/>
          <p:cNvSpPr>
            <a:spLocks noGrp="1"/>
          </p:cNvSpPr>
          <p:nvPr>
            <p:ph type="dt" idx="7"/>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68" name="PlaceHolder 4"/>
          <p:cNvSpPr>
            <a:spLocks noGrp="1"/>
          </p:cNvSpPr>
          <p:nvPr>
            <p:ph type="ftr" idx="8"/>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69" name="PlaceHolder 5"/>
          <p:cNvSpPr>
            <a:spLocks noGrp="1"/>
          </p:cNvSpPr>
          <p:nvPr>
            <p:ph type="sldNum" idx="9"/>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AAB62DC8-9755-430B-9B96-2ACBB20561B7}"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54" r:id="rId8"/>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
          <p:cNvSpPr/>
          <p:nvPr/>
        </p:nvSpPr>
        <p:spPr>
          <a:xfrm>
            <a:off x="822960" y="2468880"/>
            <a:ext cx="1463040" cy="1463040"/>
          </a:xfrm>
          <a:prstGeom prst="ellipse">
            <a:avLst/>
          </a:prstGeom>
          <a:solidFill>
            <a:srgbClr val="eeeeee"/>
          </a:solidFill>
          <a:ln w="0">
            <a:noFill/>
          </a:ln>
          <a:effectLst>
            <a:outerShdw dist="103350" dir="2700000" blurRad="0" rotWithShape="0">
              <a:srgbClr val="808080">
                <a:alpha val="20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73" name=""/>
          <p:cNvSpPr/>
          <p:nvPr/>
        </p:nvSpPr>
        <p:spPr>
          <a:xfrm>
            <a:off x="4480560" y="1554480"/>
            <a:ext cx="1463040" cy="1463040"/>
          </a:xfrm>
          <a:prstGeom prst="ellipse">
            <a:avLst/>
          </a:prstGeom>
          <a:solidFill>
            <a:srgbClr val="eeeeee"/>
          </a:solidFill>
          <a:ln w="0">
            <a:noFill/>
          </a:ln>
          <a:effectLst>
            <a:outerShdw dist="103350" dir="2700000" blurRad="0" rotWithShape="0">
              <a:srgbClr val="808080">
                <a:alpha val="20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74" name=""/>
          <p:cNvSpPr/>
          <p:nvPr/>
        </p:nvSpPr>
        <p:spPr>
          <a:xfrm>
            <a:off x="6583680" y="3108960"/>
            <a:ext cx="1463040" cy="1463040"/>
          </a:xfrm>
          <a:prstGeom prst="ellipse">
            <a:avLst/>
          </a:prstGeom>
          <a:solidFill>
            <a:srgbClr val="eeeeee"/>
          </a:solidFill>
          <a:ln w="0">
            <a:noFill/>
          </a:ln>
          <a:effectLst>
            <a:outerShdw dist="103350" dir="2700000" blurRad="0" rotWithShape="0">
              <a:srgbClr val="808080">
                <a:alpha val="20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75" name=""/>
          <p:cNvSpPr/>
          <p:nvPr/>
        </p:nvSpPr>
        <p:spPr>
          <a:xfrm>
            <a:off x="1554480" y="4114800"/>
            <a:ext cx="914400" cy="657360"/>
          </a:xfrm>
          <a:custGeom>
            <a:avLst/>
            <a:gdLst/>
            <a:ahLst/>
            <a:rect l="0" t="0" r="r" b="b"/>
            <a:pathLst>
              <a:path fill="none" w="2540" h="1826">
                <a:moveTo>
                  <a:pt x="0" y="0"/>
                </a:moveTo>
                <a:cubicBezTo>
                  <a:pt x="508" y="2286"/>
                  <a:pt x="2540" y="1778"/>
                  <a:pt x="2540" y="1778"/>
                </a:cubicBezTo>
              </a:path>
            </a:pathLst>
          </a:custGeom>
          <a:ln w="36720">
            <a:solidFill>
              <a:srgbClr val="666666"/>
            </a:solidFill>
            <a:custDash>
              <a:ds d="600000" sp="300000"/>
            </a:custDash>
            <a:round/>
          </a:ln>
        </p:spPr>
        <p:txBody>
          <a:bodyPr lIns="108360" rIns="108360" tIns="63360" bIns="63360" anchor="ctr">
            <a:noAutofit/>
          </a:bodyPr>
          <a:p>
            <a:endParaRPr b="0" lang="es-ES" sz="1800" strike="noStrike" u="none">
              <a:solidFill>
                <a:srgbClr val="000000"/>
              </a:solidFill>
              <a:uFillTx/>
              <a:latin typeface="Noto Sans"/>
            </a:endParaRPr>
          </a:p>
        </p:txBody>
      </p:sp>
      <p:sp>
        <p:nvSpPr>
          <p:cNvPr id="76" name=""/>
          <p:cNvSpPr/>
          <p:nvPr/>
        </p:nvSpPr>
        <p:spPr>
          <a:xfrm>
            <a:off x="3657600" y="1188720"/>
            <a:ext cx="822960" cy="640080"/>
          </a:xfrm>
          <a:custGeom>
            <a:avLst/>
            <a:gdLst/>
            <a:ahLst/>
            <a:rect l="0" t="0" r="r" b="b"/>
            <a:pathLst>
              <a:path fill="none" w="2286" h="1778">
                <a:moveTo>
                  <a:pt x="2286" y="1778"/>
                </a:moveTo>
                <a:cubicBezTo>
                  <a:pt x="1016" y="1778"/>
                  <a:pt x="2033" y="0"/>
                  <a:pt x="0" y="0"/>
                </a:cubicBezTo>
              </a:path>
            </a:pathLst>
          </a:custGeom>
          <a:ln w="36720">
            <a:solidFill>
              <a:srgbClr val="666666"/>
            </a:solidFill>
            <a:custDash>
              <a:ds d="600000" sp="300000"/>
            </a:custDash>
            <a:round/>
          </a:ln>
        </p:spPr>
        <p:txBody>
          <a:bodyPr lIns="108360" rIns="108360" tIns="63360" bIns="63360" anchor="ctr">
            <a:noAutofit/>
          </a:bodyPr>
          <a:p>
            <a:endParaRPr b="0" lang="es-ES" sz="1800" strike="noStrike" u="none">
              <a:solidFill>
                <a:srgbClr val="000000"/>
              </a:solidFill>
              <a:uFillTx/>
              <a:latin typeface="Noto Sans"/>
            </a:endParaRPr>
          </a:p>
        </p:txBody>
      </p:sp>
      <p:sp>
        <p:nvSpPr>
          <p:cNvPr id="77" name=""/>
          <p:cNvSpPr/>
          <p:nvPr/>
        </p:nvSpPr>
        <p:spPr>
          <a:xfrm>
            <a:off x="7955280" y="2011680"/>
            <a:ext cx="1464120" cy="1188720"/>
          </a:xfrm>
          <a:custGeom>
            <a:avLst/>
            <a:gdLst/>
            <a:ahLst/>
            <a:rect l="0" t="0" r="r" b="b"/>
            <a:pathLst>
              <a:path fill="none" w="4067" h="3302">
                <a:moveTo>
                  <a:pt x="3302" y="0"/>
                </a:moveTo>
                <a:cubicBezTo>
                  <a:pt x="4826" y="1016"/>
                  <a:pt x="3810" y="2286"/>
                  <a:pt x="2540" y="2286"/>
                </a:cubicBezTo>
                <a:cubicBezTo>
                  <a:pt x="1269" y="2286"/>
                  <a:pt x="253" y="2540"/>
                  <a:pt x="0" y="3302"/>
                </a:cubicBezTo>
              </a:path>
            </a:pathLst>
          </a:custGeom>
          <a:ln w="36720">
            <a:solidFill>
              <a:srgbClr val="666666"/>
            </a:solidFill>
            <a:custDash>
              <a:ds d="600000" sp="300000"/>
            </a:custDash>
            <a:round/>
          </a:ln>
        </p:spPr>
        <p:txBody>
          <a:bodyPr lIns="108360" rIns="108360" tIns="63360" bIns="63360" anchor="ctr">
            <a:noAutofit/>
          </a:bodyPr>
          <a:p>
            <a:endParaRPr b="0" lang="es-ES" sz="1800" strike="noStrike" u="none">
              <a:solidFill>
                <a:srgbClr val="000000"/>
              </a:solidFill>
              <a:uFillTx/>
              <a:latin typeface="Noto Sans"/>
            </a:endParaRPr>
          </a:p>
        </p:txBody>
      </p:sp>
      <p:sp>
        <p:nvSpPr>
          <p:cNvPr id="78" name=""/>
          <p:cNvSpPr/>
          <p:nvPr/>
        </p:nvSpPr>
        <p:spPr>
          <a:xfrm>
            <a:off x="2468880" y="822960"/>
            <a:ext cx="1410480" cy="13716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79" name=""/>
          <p:cNvSpPr/>
          <p:nvPr/>
        </p:nvSpPr>
        <p:spPr>
          <a:xfrm>
            <a:off x="3931920" y="4663440"/>
            <a:ext cx="1684800" cy="16459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80" name=""/>
          <p:cNvSpPr/>
          <p:nvPr/>
        </p:nvSpPr>
        <p:spPr>
          <a:xfrm>
            <a:off x="8412480" y="1280160"/>
            <a:ext cx="1097280" cy="100584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81" name="PlaceHolder 1"/>
          <p:cNvSpPr>
            <a:spLocks noGrp="1"/>
          </p:cNvSpPr>
          <p:nvPr>
            <p:ph type="title"/>
          </p:nvPr>
        </p:nvSpPr>
        <p:spPr>
          <a:xfrm>
            <a:off x="468000" y="468000"/>
            <a:ext cx="9072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82" name="PlaceHolder 2"/>
          <p:cNvSpPr>
            <a:spLocks noGrp="1"/>
          </p:cNvSpPr>
          <p:nvPr>
            <p:ph type="body"/>
          </p:nvPr>
        </p:nvSpPr>
        <p:spPr>
          <a:xfrm>
            <a:off x="468000" y="1800000"/>
            <a:ext cx="9072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83" name="PlaceHolder 3"/>
          <p:cNvSpPr>
            <a:spLocks noGrp="1"/>
          </p:cNvSpPr>
          <p:nvPr>
            <p:ph type="dt" idx="10"/>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84" name="PlaceHolder 4"/>
          <p:cNvSpPr>
            <a:spLocks noGrp="1"/>
          </p:cNvSpPr>
          <p:nvPr>
            <p:ph type="ftr" idx="11"/>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85" name="PlaceHolder 5"/>
          <p:cNvSpPr>
            <a:spLocks noGrp="1"/>
          </p:cNvSpPr>
          <p:nvPr>
            <p:ph type="sldNum" idx="12"/>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6D0B9245-95A3-47CD-9879-8093C538E610}"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56"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
          <p:cNvSpPr/>
          <p:nvPr/>
        </p:nvSpPr>
        <p:spPr>
          <a:xfrm>
            <a:off x="2103480" y="3658320"/>
            <a:ext cx="1645920" cy="16459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89" name=""/>
          <p:cNvSpPr/>
          <p:nvPr/>
        </p:nvSpPr>
        <p:spPr>
          <a:xfrm>
            <a:off x="823320" y="-273240"/>
            <a:ext cx="2194560" cy="2194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90" name=""/>
          <p:cNvSpPr/>
          <p:nvPr/>
        </p:nvSpPr>
        <p:spPr>
          <a:xfrm>
            <a:off x="7955640" y="3109680"/>
            <a:ext cx="2194560" cy="2194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91" name=""/>
          <p:cNvSpPr/>
          <p:nvPr/>
        </p:nvSpPr>
        <p:spPr>
          <a:xfrm>
            <a:off x="9601560" y="915120"/>
            <a:ext cx="1645920" cy="16459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grpSp>
        <p:nvGrpSpPr>
          <p:cNvPr id="92" name=""/>
          <p:cNvGrpSpPr/>
          <p:nvPr/>
        </p:nvGrpSpPr>
        <p:grpSpPr>
          <a:xfrm>
            <a:off x="3836880" y="1151280"/>
            <a:ext cx="2339640" cy="4334400"/>
            <a:chOff x="3836880" y="1151280"/>
            <a:chExt cx="2339640" cy="4334400"/>
          </a:xfrm>
        </p:grpSpPr>
        <p:sp>
          <p:nvSpPr>
            <p:cNvPr id="93" name=""/>
            <p:cNvSpPr/>
            <p:nvPr/>
          </p:nvSpPr>
          <p:spPr>
            <a:xfrm flipH="1" flipV="1" rot="5400000">
              <a:off x="4759200" y="3807000"/>
              <a:ext cx="1371600" cy="1463040"/>
            </a:xfrm>
            <a:prstGeom prst="parallelogram">
              <a:avLst>
                <a:gd name="adj" fmla="val 50564"/>
              </a:avLst>
            </a:prstGeom>
            <a:solidFill>
              <a:srgbClr val="dee2e6"/>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94" name=""/>
            <p:cNvSpPr/>
            <p:nvPr/>
          </p:nvSpPr>
          <p:spPr>
            <a:xfrm flipH="1" flipV="1" rot="5400000">
              <a:off x="3882600" y="2718720"/>
              <a:ext cx="1371600" cy="1463040"/>
            </a:xfrm>
            <a:prstGeom prst="parallelogram">
              <a:avLst>
                <a:gd name="adj" fmla="val 50564"/>
              </a:avLst>
            </a:prstGeom>
            <a:solidFill>
              <a:srgbClr val="ced4da"/>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95" name=""/>
            <p:cNvSpPr/>
            <p:nvPr/>
          </p:nvSpPr>
          <p:spPr>
            <a:xfrm flipH="1" flipV="1" rot="5400000">
              <a:off x="4759200" y="2456640"/>
              <a:ext cx="1371600" cy="1463040"/>
            </a:xfrm>
            <a:prstGeom prst="parallelogram">
              <a:avLst>
                <a:gd name="adj" fmla="val 50564"/>
              </a:avLst>
            </a:prstGeom>
            <a:solidFill>
              <a:srgbClr val="adb5bd"/>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96" name=""/>
            <p:cNvSpPr/>
            <p:nvPr/>
          </p:nvSpPr>
          <p:spPr>
            <a:xfrm flipH="1" flipV="1" rot="5400000">
              <a:off x="3882600" y="1368000"/>
              <a:ext cx="1371600" cy="1463040"/>
            </a:xfrm>
            <a:prstGeom prst="parallelogram">
              <a:avLst>
                <a:gd name="adj" fmla="val 50564"/>
              </a:avLst>
            </a:prstGeom>
            <a:solidFill>
              <a:srgbClr val="6c757d"/>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97" name=""/>
            <p:cNvSpPr/>
            <p:nvPr/>
          </p:nvSpPr>
          <p:spPr>
            <a:xfrm flipH="1" flipV="1" rot="5400000">
              <a:off x="4759200" y="1105560"/>
              <a:ext cx="1371600" cy="1463040"/>
            </a:xfrm>
            <a:prstGeom prst="parallelogram">
              <a:avLst>
                <a:gd name="adj" fmla="val 50564"/>
              </a:avLst>
            </a:prstGeom>
            <a:solidFill>
              <a:srgbClr val="343a40"/>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98" name=""/>
            <p:cNvSpPr/>
            <p:nvPr/>
          </p:nvSpPr>
          <p:spPr>
            <a:xfrm flipH="1" flipV="1" rot="5400000">
              <a:off x="3882600" y="4068360"/>
              <a:ext cx="1371600" cy="1463040"/>
            </a:xfrm>
            <a:prstGeom prst="parallelogram">
              <a:avLst>
                <a:gd name="adj" fmla="val 50564"/>
              </a:avLst>
            </a:prstGeom>
            <a:solidFill>
              <a:srgbClr val="e9ecef"/>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sp>
        <p:nvSpPr>
          <p:cNvPr id="99" name="PlaceHolder 1"/>
          <p:cNvSpPr>
            <a:spLocks noGrp="1"/>
          </p:cNvSpPr>
          <p:nvPr>
            <p:ph type="title"/>
          </p:nvPr>
        </p:nvSpPr>
        <p:spPr>
          <a:xfrm>
            <a:off x="468000" y="468000"/>
            <a:ext cx="9072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100" name="PlaceHolder 2"/>
          <p:cNvSpPr>
            <a:spLocks noGrp="1"/>
          </p:cNvSpPr>
          <p:nvPr>
            <p:ph type="body"/>
          </p:nvPr>
        </p:nvSpPr>
        <p:spPr>
          <a:xfrm>
            <a:off x="468000" y="1800000"/>
            <a:ext cx="9072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101" name="PlaceHolder 3"/>
          <p:cNvSpPr>
            <a:spLocks noGrp="1"/>
          </p:cNvSpPr>
          <p:nvPr>
            <p:ph type="dt" idx="13"/>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102" name="PlaceHolder 4"/>
          <p:cNvSpPr>
            <a:spLocks noGrp="1"/>
          </p:cNvSpPr>
          <p:nvPr>
            <p:ph type="ftr" idx="14"/>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103" name="PlaceHolder 5"/>
          <p:cNvSpPr>
            <a:spLocks noGrp="1"/>
          </p:cNvSpPr>
          <p:nvPr>
            <p:ph type="sldNum" idx="15"/>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022CF4F8-B08A-4A4A-A1BD-6B9867BF1724}"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58" r:id="rId2"/>
    <p:sldLayoutId id="2147483659"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
          <p:cNvSpPr/>
          <p:nvPr/>
        </p:nvSpPr>
        <p:spPr>
          <a:xfrm>
            <a:off x="6771960" y="130032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09" name=""/>
          <p:cNvSpPr/>
          <p:nvPr/>
        </p:nvSpPr>
        <p:spPr>
          <a:xfrm>
            <a:off x="5813280" y="385488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10" name=""/>
          <p:cNvSpPr/>
          <p:nvPr/>
        </p:nvSpPr>
        <p:spPr>
          <a:xfrm>
            <a:off x="7589520" y="2560320"/>
            <a:ext cx="2194560" cy="2194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11" name=""/>
          <p:cNvSpPr/>
          <p:nvPr/>
        </p:nvSpPr>
        <p:spPr>
          <a:xfrm>
            <a:off x="3200400" y="731520"/>
            <a:ext cx="1684800" cy="16459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12" name=""/>
          <p:cNvSpPr/>
          <p:nvPr/>
        </p:nvSpPr>
        <p:spPr>
          <a:xfrm>
            <a:off x="1424160" y="3489120"/>
            <a:ext cx="1684800" cy="16459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13" name=""/>
          <p:cNvSpPr/>
          <p:nvPr/>
        </p:nvSpPr>
        <p:spPr>
          <a:xfrm>
            <a:off x="700920" y="1900080"/>
            <a:ext cx="1402200" cy="1848960"/>
          </a:xfrm>
          <a:custGeom>
            <a:avLst/>
            <a:gdLst/>
            <a:ahLst/>
            <a:rect l="0" t="0" r="r" b="b"/>
            <a:pathLst>
              <a:path fill="none" w="3895" h="5136">
                <a:moveTo>
                  <a:pt x="339" y="0"/>
                </a:moveTo>
                <a:cubicBezTo>
                  <a:pt x="-931" y="2540"/>
                  <a:pt x="1609" y="5588"/>
                  <a:pt x="3895" y="5080"/>
                </a:cubicBezTo>
              </a:path>
            </a:pathLst>
          </a:custGeom>
          <a:ln w="36720">
            <a:solidFill>
              <a:srgbClr val="666666"/>
            </a:solidFill>
            <a:custDash>
              <a:ds d="600000" sp="300000"/>
            </a:custDash>
            <a:round/>
            <a:headEnd len="med" type="triangle" w="med"/>
            <a:tailEnd len="med" type="triangle" w="med"/>
          </a:ln>
        </p:spPr>
        <p:txBody>
          <a:bodyPr lIns="108360" rIns="108360" tIns="63360" bIns="63360" anchor="ctr">
            <a:noAutofit/>
          </a:bodyPr>
          <a:p>
            <a:endParaRPr b="0" lang="es-ES" sz="1800" strike="noStrike" u="none">
              <a:solidFill>
                <a:srgbClr val="000000"/>
              </a:solidFill>
              <a:uFillTx/>
              <a:latin typeface="Noto Sans"/>
            </a:endParaRPr>
          </a:p>
        </p:txBody>
      </p:sp>
      <p:sp>
        <p:nvSpPr>
          <p:cNvPr id="114" name=""/>
          <p:cNvSpPr/>
          <p:nvPr/>
        </p:nvSpPr>
        <p:spPr>
          <a:xfrm>
            <a:off x="3931920" y="2011680"/>
            <a:ext cx="975960" cy="1371600"/>
          </a:xfrm>
          <a:custGeom>
            <a:avLst/>
            <a:gdLst/>
            <a:ahLst/>
            <a:rect l="0" t="0" r="r" b="b"/>
            <a:pathLst>
              <a:path fill="none" w="2711" h="3810">
                <a:moveTo>
                  <a:pt x="0" y="3810"/>
                </a:moveTo>
                <a:cubicBezTo>
                  <a:pt x="762" y="3048"/>
                  <a:pt x="1271" y="3556"/>
                  <a:pt x="1270" y="2795"/>
                </a:cubicBezTo>
                <a:cubicBezTo>
                  <a:pt x="1270" y="2032"/>
                  <a:pt x="3301" y="2286"/>
                  <a:pt x="2540" y="3048"/>
                </a:cubicBezTo>
                <a:cubicBezTo>
                  <a:pt x="1778" y="3810"/>
                  <a:pt x="1524" y="508"/>
                  <a:pt x="2540" y="0"/>
                </a:cubicBezTo>
              </a:path>
            </a:pathLst>
          </a:custGeom>
          <a:ln w="36720">
            <a:solidFill>
              <a:srgbClr val="666666"/>
            </a:solidFill>
            <a:custDash>
              <a:ds d="600000" sp="300000"/>
            </a:custDash>
            <a:round/>
            <a:headEnd len="med" type="triangle" w="med"/>
            <a:tailEnd len="med" type="triangle" w="med"/>
          </a:ln>
        </p:spPr>
        <p:txBody>
          <a:bodyPr lIns="108360" rIns="108360" tIns="63360" bIns="63360" anchor="ctr">
            <a:noAutofit/>
          </a:bodyPr>
          <a:p>
            <a:endParaRPr b="0" lang="es-ES" sz="1800" strike="noStrike" u="none">
              <a:solidFill>
                <a:srgbClr val="000000"/>
              </a:solidFill>
              <a:uFillTx/>
              <a:latin typeface="Noto Sans"/>
            </a:endParaRPr>
          </a:p>
        </p:txBody>
      </p:sp>
      <p:sp>
        <p:nvSpPr>
          <p:cNvPr id="115" name=""/>
          <p:cNvSpPr/>
          <p:nvPr/>
        </p:nvSpPr>
        <p:spPr>
          <a:xfrm>
            <a:off x="7724880" y="2103120"/>
            <a:ext cx="779040" cy="1463040"/>
          </a:xfrm>
          <a:custGeom>
            <a:avLst/>
            <a:gdLst/>
            <a:ahLst/>
            <a:rect l="0" t="0" r="r" b="b"/>
            <a:pathLst>
              <a:path fill="none" w="2164" h="4064">
                <a:moveTo>
                  <a:pt x="132" y="4064"/>
                </a:moveTo>
                <a:cubicBezTo>
                  <a:pt x="-630" y="3301"/>
                  <a:pt x="2164" y="3555"/>
                  <a:pt x="2164" y="2794"/>
                </a:cubicBezTo>
                <a:cubicBezTo>
                  <a:pt x="2164" y="2032"/>
                  <a:pt x="-630" y="1778"/>
                  <a:pt x="132" y="2540"/>
                </a:cubicBezTo>
                <a:cubicBezTo>
                  <a:pt x="894" y="3302"/>
                  <a:pt x="1910" y="508"/>
                  <a:pt x="894" y="0"/>
                </a:cubicBezTo>
              </a:path>
            </a:pathLst>
          </a:custGeom>
          <a:ln w="36720">
            <a:solidFill>
              <a:srgbClr val="666666"/>
            </a:solidFill>
            <a:custDash>
              <a:ds d="600000" sp="300000"/>
            </a:custDash>
            <a:round/>
            <a:headEnd len="med" type="triangle" w="med"/>
            <a:tailEnd len="med" type="triangle" w="med"/>
          </a:ln>
        </p:spPr>
        <p:txBody>
          <a:bodyPr lIns="108360" rIns="108360" tIns="63360" bIns="63360" anchor="ctr">
            <a:noAutofit/>
          </a:bodyPr>
          <a:p>
            <a:endParaRPr b="0" lang="es-ES" sz="1800" strike="noStrike" u="none">
              <a:solidFill>
                <a:srgbClr val="000000"/>
              </a:solidFill>
              <a:uFillTx/>
              <a:latin typeface="Noto Sans"/>
            </a:endParaRPr>
          </a:p>
        </p:txBody>
      </p:sp>
      <p:sp>
        <p:nvSpPr>
          <p:cNvPr id="116" name=""/>
          <p:cNvSpPr/>
          <p:nvPr/>
        </p:nvSpPr>
        <p:spPr>
          <a:xfrm>
            <a:off x="1424160" y="475488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17" name=""/>
          <p:cNvSpPr/>
          <p:nvPr/>
        </p:nvSpPr>
        <p:spPr>
          <a:xfrm>
            <a:off x="2887200" y="1300320"/>
            <a:ext cx="861840" cy="18288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18" name="PlaceHolder 1"/>
          <p:cNvSpPr>
            <a:spLocks noGrp="1"/>
          </p:cNvSpPr>
          <p:nvPr>
            <p:ph type="title"/>
          </p:nvPr>
        </p:nvSpPr>
        <p:spPr>
          <a:xfrm>
            <a:off x="468000" y="468000"/>
            <a:ext cx="9072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119" name="PlaceHolder 2"/>
          <p:cNvSpPr>
            <a:spLocks noGrp="1"/>
          </p:cNvSpPr>
          <p:nvPr>
            <p:ph type="body"/>
          </p:nvPr>
        </p:nvSpPr>
        <p:spPr>
          <a:xfrm>
            <a:off x="468000" y="1800000"/>
            <a:ext cx="9072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120" name="PlaceHolder 3"/>
          <p:cNvSpPr>
            <a:spLocks noGrp="1"/>
          </p:cNvSpPr>
          <p:nvPr>
            <p:ph type="dt" idx="16"/>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121" name="PlaceHolder 4"/>
          <p:cNvSpPr>
            <a:spLocks noGrp="1"/>
          </p:cNvSpPr>
          <p:nvPr>
            <p:ph type="ftr" idx="17"/>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122" name="PlaceHolder 5"/>
          <p:cNvSpPr>
            <a:spLocks noGrp="1"/>
          </p:cNvSpPr>
          <p:nvPr>
            <p:ph type="sldNum" idx="18"/>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01915983-8E18-4EA8-8DD2-E6F1132EBBC1}"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61" r:id="rId2"/>
    <p:sldLayoutId id="2147483662"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32" name=""/>
          <p:cNvGrpSpPr/>
          <p:nvPr/>
        </p:nvGrpSpPr>
        <p:grpSpPr>
          <a:xfrm>
            <a:off x="2982960" y="1548000"/>
            <a:ext cx="5982480" cy="3187440"/>
            <a:chOff x="2982960" y="1548000"/>
            <a:chExt cx="5982480" cy="3187440"/>
          </a:xfrm>
        </p:grpSpPr>
        <p:sp>
          <p:nvSpPr>
            <p:cNvPr id="133" name=""/>
            <p:cNvSpPr/>
            <p:nvPr/>
          </p:nvSpPr>
          <p:spPr>
            <a:xfrm>
              <a:off x="3570480" y="1888200"/>
              <a:ext cx="4927320" cy="2623320"/>
            </a:xfrm>
            <a:prstGeom prst="rect">
              <a:avLst/>
            </a:prstGeom>
            <a:solidFill>
              <a:srgbClr val="e9ecef"/>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34" name=""/>
            <p:cNvSpPr/>
            <p:nvPr/>
          </p:nvSpPr>
          <p:spPr>
            <a:xfrm>
              <a:off x="3763800" y="1585440"/>
              <a:ext cx="4927320" cy="2623320"/>
            </a:xfrm>
            <a:prstGeom prst="rect">
              <a:avLst/>
            </a:prstGeom>
            <a:noFill/>
            <a:ln w="18360">
              <a:solidFill>
                <a:srgbClr val="000000"/>
              </a:solidFill>
              <a:round/>
            </a:ln>
          </p:spPr>
          <p:style>
            <a:lnRef idx="0"/>
            <a:fillRef idx="0"/>
            <a:effectRef idx="0"/>
            <a:fontRef idx="minor"/>
          </p:style>
          <p:txBody>
            <a:bodyPr wrap="none" lIns="99000" rIns="99000" tIns="54000" bIns="54000" anchor="ctr">
              <a:noAutofit/>
            </a:bodyPr>
            <a:p>
              <a:endParaRPr b="0" lang="es-ES" sz="1800" strike="noStrike" u="none">
                <a:solidFill>
                  <a:srgbClr val="000000"/>
                </a:solidFill>
                <a:uFillTx/>
                <a:latin typeface="Noto Sans"/>
              </a:endParaRPr>
            </a:p>
          </p:txBody>
        </p:sp>
        <p:sp>
          <p:nvSpPr>
            <p:cNvPr id="135" name=""/>
            <p:cNvSpPr txBox="1"/>
            <p:nvPr/>
          </p:nvSpPr>
          <p:spPr>
            <a:xfrm>
              <a:off x="3844800" y="1548000"/>
              <a:ext cx="1097280" cy="1474200"/>
            </a:xfrm>
            <a:prstGeom prst="rect">
              <a:avLst/>
            </a:prstGeom>
            <a:noFill/>
            <a:ln w="0">
              <a:noFill/>
            </a:ln>
          </p:spPr>
          <p:txBody>
            <a:bodyPr lIns="90000" rIns="90000" tIns="45000" bIns="45000" anchor="t">
              <a:noAutofit/>
            </a:bodyPr>
            <a:p>
              <a:r>
                <a:rPr b="0" lang="es-ES" sz="8000" strike="noStrike" u="none">
                  <a:solidFill>
                    <a:srgbClr val="000000"/>
                  </a:solidFill>
                  <a:uFillTx/>
                  <a:latin typeface="Noto Sans"/>
                </a:rPr>
                <a:t>“</a:t>
              </a:r>
              <a:endParaRPr b="0" lang="es-ES" sz="8000" strike="noStrike" u="none">
                <a:solidFill>
                  <a:srgbClr val="000000"/>
                </a:solidFill>
                <a:uFillTx/>
                <a:latin typeface="Noto Sans"/>
              </a:endParaRPr>
            </a:p>
          </p:txBody>
        </p:sp>
        <p:sp>
          <p:nvSpPr>
            <p:cNvPr id="136" name=""/>
            <p:cNvSpPr txBox="1"/>
            <p:nvPr/>
          </p:nvSpPr>
          <p:spPr>
            <a:xfrm>
              <a:off x="7868160" y="3399840"/>
              <a:ext cx="1097280" cy="1335600"/>
            </a:xfrm>
            <a:prstGeom prst="rect">
              <a:avLst/>
            </a:prstGeom>
            <a:noFill/>
            <a:ln w="0">
              <a:noFill/>
            </a:ln>
          </p:spPr>
          <p:txBody>
            <a:bodyPr lIns="90000" rIns="90000" tIns="45000" bIns="45000" anchor="t">
              <a:noAutofit/>
            </a:bodyPr>
            <a:p>
              <a:r>
                <a:rPr b="0" lang="es-ES" sz="7200" strike="noStrike" u="none">
                  <a:solidFill>
                    <a:srgbClr val="000000"/>
                  </a:solidFill>
                  <a:uFillTx/>
                  <a:latin typeface="Noto Sans"/>
                </a:rPr>
                <a:t>”</a:t>
              </a:r>
              <a:endParaRPr b="0" lang="es-ES" sz="7200" strike="noStrike" u="none">
                <a:solidFill>
                  <a:srgbClr val="000000"/>
                </a:solidFill>
                <a:uFillTx/>
                <a:latin typeface="Noto Sans"/>
              </a:endParaRPr>
            </a:p>
          </p:txBody>
        </p:sp>
        <p:sp>
          <p:nvSpPr>
            <p:cNvPr id="137" name=""/>
            <p:cNvSpPr/>
            <p:nvPr/>
          </p:nvSpPr>
          <p:spPr>
            <a:xfrm>
              <a:off x="2982960" y="4117320"/>
              <a:ext cx="1044720" cy="30276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grpSp>
        <p:nvGrpSpPr>
          <p:cNvPr id="138" name=""/>
          <p:cNvGrpSpPr/>
          <p:nvPr/>
        </p:nvGrpSpPr>
        <p:grpSpPr>
          <a:xfrm>
            <a:off x="-908280" y="-402480"/>
            <a:ext cx="3760920" cy="6495840"/>
            <a:chOff x="-908280" y="-402480"/>
            <a:chExt cx="3760920" cy="6495840"/>
          </a:xfrm>
        </p:grpSpPr>
        <p:sp>
          <p:nvSpPr>
            <p:cNvPr id="139" name=""/>
            <p:cNvSpPr/>
            <p:nvPr/>
          </p:nvSpPr>
          <p:spPr>
            <a:xfrm>
              <a:off x="-228960" y="516168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f8f9fa"/>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140" name=""/>
            <p:cNvSpPr/>
            <p:nvPr/>
          </p:nvSpPr>
          <p:spPr>
            <a:xfrm rot="5358000">
              <a:off x="-219960" y="4488840"/>
              <a:ext cx="1068480" cy="766440"/>
            </a:xfrm>
            <a:custGeom>
              <a:avLst/>
              <a:gdLst>
                <a:gd name="textAreaLeft" fmla="*/ 276840 w 1068480"/>
                <a:gd name="textAreaRight" fmla="*/ 791640 w 106848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141" name=""/>
            <p:cNvSpPr/>
            <p:nvPr/>
          </p:nvSpPr>
          <p:spPr>
            <a:xfrm>
              <a:off x="-228960" y="382608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2"/>
              <a:srcRect/>
              <a:tile tx="0" ty="0" sx="74822" sy="74822" algn="ctr"/>
            </a:blip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142" name=""/>
            <p:cNvSpPr/>
            <p:nvPr/>
          </p:nvSpPr>
          <p:spPr>
            <a:xfrm rot="5358000">
              <a:off x="-222120" y="315468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143" name=""/>
            <p:cNvSpPr/>
            <p:nvPr/>
          </p:nvSpPr>
          <p:spPr>
            <a:xfrm>
              <a:off x="455040" y="447768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144" name=""/>
            <p:cNvSpPr/>
            <p:nvPr/>
          </p:nvSpPr>
          <p:spPr>
            <a:xfrm rot="5358000">
              <a:off x="470520" y="382140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e9ecef"/>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145" name=""/>
            <p:cNvSpPr/>
            <p:nvPr/>
          </p:nvSpPr>
          <p:spPr>
            <a:xfrm>
              <a:off x="1158840" y="517068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146" name=""/>
            <p:cNvSpPr/>
            <p:nvPr/>
          </p:nvSpPr>
          <p:spPr>
            <a:xfrm rot="5358000">
              <a:off x="461520" y="517068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147" name=""/>
            <p:cNvSpPr/>
            <p:nvPr/>
          </p:nvSpPr>
          <p:spPr>
            <a:xfrm flipH="1" rot="16242000">
              <a:off x="-232200" y="1793880"/>
              <a:ext cx="1068840" cy="766440"/>
            </a:xfrm>
            <a:custGeom>
              <a:avLst/>
              <a:gdLst>
                <a:gd name="textAreaLeft" fmla="*/ 276840 w 1068840"/>
                <a:gd name="textAreaRight" fmla="*/ 79164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212529"/>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148" name=""/>
            <p:cNvSpPr/>
            <p:nvPr/>
          </p:nvSpPr>
          <p:spPr>
            <a:xfrm flipH="1" rot="16242000">
              <a:off x="419760" y="2469960"/>
              <a:ext cx="1068840" cy="766440"/>
            </a:xfrm>
            <a:custGeom>
              <a:avLst/>
              <a:gdLst>
                <a:gd name="textAreaLeft" fmla="*/ 276840 w 1068840"/>
                <a:gd name="textAreaRight" fmla="*/ 79164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149" name=""/>
            <p:cNvSpPr/>
            <p:nvPr/>
          </p:nvSpPr>
          <p:spPr>
            <a:xfrm flipH="1">
              <a:off x="-246600" y="246204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150" name=""/>
            <p:cNvSpPr/>
            <p:nvPr/>
          </p:nvSpPr>
          <p:spPr>
            <a:xfrm>
              <a:off x="1107720" y="113508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151" name=""/>
            <p:cNvSpPr/>
            <p:nvPr/>
          </p:nvSpPr>
          <p:spPr>
            <a:xfrm rot="5358000">
              <a:off x="1103040" y="180180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152" name=""/>
            <p:cNvSpPr/>
            <p:nvPr/>
          </p:nvSpPr>
          <p:spPr>
            <a:xfrm rot="5358000">
              <a:off x="414360" y="114300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3"/>
              <a:srcRect/>
              <a:tile tx="0" ty="0" sx="74822" sy="74822" algn="ctr"/>
            </a:blip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153" name=""/>
            <p:cNvSpPr/>
            <p:nvPr/>
          </p:nvSpPr>
          <p:spPr>
            <a:xfrm>
              <a:off x="439200" y="181116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154" name=""/>
            <p:cNvSpPr/>
            <p:nvPr/>
          </p:nvSpPr>
          <p:spPr>
            <a:xfrm>
              <a:off x="423720" y="45108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155" name=""/>
            <p:cNvSpPr/>
            <p:nvPr/>
          </p:nvSpPr>
          <p:spPr>
            <a:xfrm rot="5358000">
              <a:off x="-246600" y="43884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156" name=""/>
            <p:cNvSpPr/>
            <p:nvPr/>
          </p:nvSpPr>
          <p:spPr>
            <a:xfrm rot="5358000">
              <a:off x="434880" y="-246240"/>
              <a:ext cx="1068840" cy="766440"/>
            </a:xfrm>
            <a:custGeom>
              <a:avLst/>
              <a:gdLst>
                <a:gd name="textAreaLeft" fmla="*/ 277200 w 1068840"/>
                <a:gd name="textAreaRight" fmla="*/ 792000 w 106884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ffffff"/>
                </a:solidFill>
                <a:uFillTx/>
                <a:latin typeface="Noto Sans"/>
              </a:endParaRPr>
            </a:p>
          </p:txBody>
        </p:sp>
        <p:sp>
          <p:nvSpPr>
            <p:cNvPr id="157" name=""/>
            <p:cNvSpPr/>
            <p:nvPr/>
          </p:nvSpPr>
          <p:spPr>
            <a:xfrm>
              <a:off x="1779480" y="179460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158" name=""/>
            <p:cNvSpPr/>
            <p:nvPr/>
          </p:nvSpPr>
          <p:spPr>
            <a:xfrm>
              <a:off x="1106280" y="-25704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4"/>
              <a:srcRect/>
              <a:tile tx="0" ty="0" sx="74822" sy="74822" algn="ctr"/>
            </a:blip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sp>
          <p:nvSpPr>
            <p:cNvPr id="159" name=""/>
            <p:cNvSpPr/>
            <p:nvPr/>
          </p:nvSpPr>
          <p:spPr>
            <a:xfrm>
              <a:off x="-908280" y="1790640"/>
              <a:ext cx="1073160" cy="766440"/>
            </a:xfrm>
            <a:custGeom>
              <a:avLst/>
              <a:gdLst>
                <a:gd name="textAreaLeft" fmla="*/ 278280 w 1073160"/>
                <a:gd name="textAreaRight" fmla="*/ 794880 w 1073160"/>
                <a:gd name="textAreaTop" fmla="*/ 258840 h 766440"/>
                <a:gd name="textAreaBottom" fmla="*/ 507600 h 76644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5"/>
              <a:srcRect/>
              <a:tile tx="0" ty="0" sx="74822" sy="74822" algn="ctr"/>
            </a:blipFill>
            <a:ln w="0">
              <a:solidFill>
                <a:srgbClr val="000000"/>
              </a:solidFill>
            </a:ln>
            <a:effectLst>
              <a:outerShdw dist="103350" dir="2700000" blurRad="0" rotWithShape="0">
                <a:srgbClr val="808080">
                  <a:alpha val="20000"/>
                </a:srgbClr>
              </a:outerShdw>
            </a:effectLst>
          </p:spPr>
          <p:style>
            <a:lnRef idx="0"/>
            <a:fillRef idx="0"/>
            <a:effectRef idx="0"/>
            <a:fontRef idx="minor"/>
          </p:style>
          <p:txBody>
            <a:bodyPr lIns="90000" rIns="90000" tIns="45000" bIns="45000" anchor="t">
              <a:noAutofit/>
            </a:bodyPr>
            <a:p>
              <a:endParaRPr b="0" lang="es-ES" sz="1800" strike="noStrike" u="none">
                <a:solidFill>
                  <a:srgbClr val="000000"/>
                </a:solidFill>
                <a:uFillTx/>
                <a:latin typeface="Noto Sans"/>
              </a:endParaRPr>
            </a:p>
          </p:txBody>
        </p:sp>
      </p:grpSp>
      <p:sp>
        <p:nvSpPr>
          <p:cNvPr id="160" name=""/>
          <p:cNvSpPr/>
          <p:nvPr/>
        </p:nvSpPr>
        <p:spPr>
          <a:xfrm>
            <a:off x="8538120" y="3877200"/>
            <a:ext cx="975960" cy="1371600"/>
          </a:xfrm>
          <a:custGeom>
            <a:avLst/>
            <a:gdLst/>
            <a:ahLst/>
            <a:rect l="0" t="0" r="r" b="b"/>
            <a:pathLst>
              <a:path fill="none" w="2711" h="3810">
                <a:moveTo>
                  <a:pt x="0" y="3810"/>
                </a:moveTo>
                <a:cubicBezTo>
                  <a:pt x="762" y="3048"/>
                  <a:pt x="1271" y="3556"/>
                  <a:pt x="1270" y="2795"/>
                </a:cubicBezTo>
                <a:cubicBezTo>
                  <a:pt x="1270" y="2032"/>
                  <a:pt x="3301" y="2286"/>
                  <a:pt x="2540" y="3048"/>
                </a:cubicBezTo>
                <a:cubicBezTo>
                  <a:pt x="1778" y="3810"/>
                  <a:pt x="1524" y="508"/>
                  <a:pt x="2540" y="0"/>
                </a:cubicBezTo>
              </a:path>
            </a:pathLst>
          </a:custGeom>
          <a:ln w="36720">
            <a:solidFill>
              <a:srgbClr val="666666"/>
            </a:solidFill>
            <a:custDash>
              <a:ds d="600000" sp="300000"/>
            </a:custDash>
            <a:round/>
            <a:headEnd len="sm" type="oval" w="lg"/>
            <a:tailEnd len="sm" type="oval" w="lg"/>
          </a:ln>
        </p:spPr>
        <p:txBody>
          <a:bodyPr lIns="108360" rIns="108360" tIns="63360" bIns="63360" anchor="ctr">
            <a:noAutofit/>
          </a:bodyPr>
          <a:p>
            <a:endParaRPr b="0" lang="es-ES" sz="1800" strike="noStrike" u="none">
              <a:solidFill>
                <a:srgbClr val="000000"/>
              </a:solidFill>
              <a:uFillTx/>
              <a:latin typeface="Noto Sans"/>
            </a:endParaRPr>
          </a:p>
        </p:txBody>
      </p:sp>
      <p:sp>
        <p:nvSpPr>
          <p:cNvPr id="161" name=""/>
          <p:cNvSpPr/>
          <p:nvPr/>
        </p:nvSpPr>
        <p:spPr>
          <a:xfrm>
            <a:off x="7372080" y="4974480"/>
            <a:ext cx="1684800" cy="16459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62" name=""/>
          <p:cNvSpPr/>
          <p:nvPr/>
        </p:nvSpPr>
        <p:spPr>
          <a:xfrm>
            <a:off x="7868160" y="-329040"/>
            <a:ext cx="2011680" cy="201168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63" name="PlaceHolder 1"/>
          <p:cNvSpPr>
            <a:spLocks noGrp="1"/>
          </p:cNvSpPr>
          <p:nvPr>
            <p:ph type="title"/>
          </p:nvPr>
        </p:nvSpPr>
        <p:spPr>
          <a:xfrm>
            <a:off x="1800000" y="468000"/>
            <a:ext cx="7740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164" name="PlaceHolder 2"/>
          <p:cNvSpPr>
            <a:spLocks noGrp="1"/>
          </p:cNvSpPr>
          <p:nvPr>
            <p:ph type="body"/>
          </p:nvPr>
        </p:nvSpPr>
        <p:spPr>
          <a:xfrm>
            <a:off x="3924000" y="2160000"/>
            <a:ext cx="4572000" cy="1944000"/>
          </a:xfrm>
          <a:prstGeom prst="rect">
            <a:avLst/>
          </a:prstGeom>
          <a:noFill/>
          <a:ln w="0">
            <a:noFill/>
          </a:ln>
        </p:spPr>
        <p:txBody>
          <a:bodyPr lIns="0" rIns="0" tIns="0" bIns="0" anchor="t">
            <a:normAutofit fontScale="47500" lnSpcReduction="1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165" name="PlaceHolder 3"/>
          <p:cNvSpPr>
            <a:spLocks noGrp="1"/>
          </p:cNvSpPr>
          <p:nvPr>
            <p:ph type="dt" idx="19"/>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166" name="PlaceHolder 4"/>
          <p:cNvSpPr>
            <a:spLocks noGrp="1"/>
          </p:cNvSpPr>
          <p:nvPr>
            <p:ph type="ftr" idx="20"/>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167" name="PlaceHolder 5"/>
          <p:cNvSpPr>
            <a:spLocks noGrp="1"/>
          </p:cNvSpPr>
          <p:nvPr>
            <p:ph type="sldNum" idx="21"/>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2B46071B-C57E-40DF-B967-F6F2A5B9B474}"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64" r:id="rId6"/>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
          <p:cNvSpPr/>
          <p:nvPr/>
        </p:nvSpPr>
        <p:spPr>
          <a:xfrm>
            <a:off x="8266320" y="4115520"/>
            <a:ext cx="1920240" cy="192024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71" name=""/>
          <p:cNvSpPr/>
          <p:nvPr/>
        </p:nvSpPr>
        <p:spPr>
          <a:xfrm>
            <a:off x="7717680" y="-548280"/>
            <a:ext cx="1920240" cy="192024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grpSp>
        <p:nvGrpSpPr>
          <p:cNvPr id="172" name=""/>
          <p:cNvGrpSpPr/>
          <p:nvPr/>
        </p:nvGrpSpPr>
        <p:grpSpPr>
          <a:xfrm>
            <a:off x="-147240" y="69480"/>
            <a:ext cx="915480" cy="915480"/>
            <a:chOff x="-147240" y="69480"/>
            <a:chExt cx="915480" cy="915480"/>
          </a:xfrm>
        </p:grpSpPr>
        <p:sp>
          <p:nvSpPr>
            <p:cNvPr id="173" name=""/>
            <p:cNvSpPr/>
            <p:nvPr/>
          </p:nvSpPr>
          <p:spPr>
            <a:xfrm flipV="1" rot="5395800">
              <a:off x="219240" y="801000"/>
              <a:ext cx="182880" cy="182880"/>
            </a:xfrm>
            <a:prstGeom prst="ellipse">
              <a:avLst/>
            </a:prstGeom>
            <a:blipFill rotWithShape="0">
              <a:blip r:embed="rId2"/>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74" name=""/>
            <p:cNvSpPr/>
            <p:nvPr/>
          </p:nvSpPr>
          <p:spPr>
            <a:xfrm flipV="1" rot="5395800">
              <a:off x="218880" y="435240"/>
              <a:ext cx="182880" cy="182880"/>
            </a:xfrm>
            <a:prstGeom prst="ellipse">
              <a:avLst/>
            </a:prstGeom>
            <a:blipFill rotWithShape="0">
              <a:blip r:embed="rId3"/>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75" name=""/>
            <p:cNvSpPr/>
            <p:nvPr/>
          </p:nvSpPr>
          <p:spPr>
            <a:xfrm flipV="1" rot="5395800">
              <a:off x="218520" y="69840"/>
              <a:ext cx="182880" cy="182880"/>
            </a:xfrm>
            <a:prstGeom prst="ellipse">
              <a:avLst/>
            </a:prstGeom>
            <a:blipFill rotWithShape="0">
              <a:blip r:embed="rId4"/>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76" name=""/>
            <p:cNvSpPr/>
            <p:nvPr/>
          </p:nvSpPr>
          <p:spPr>
            <a:xfrm flipV="1" rot="5395800">
              <a:off x="584280" y="69120"/>
              <a:ext cx="182880" cy="182880"/>
            </a:xfrm>
            <a:prstGeom prst="ellipse">
              <a:avLst/>
            </a:prstGeom>
            <a:blipFill rotWithShape="0">
              <a:blip r:embed="rId5"/>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77" name=""/>
            <p:cNvSpPr/>
            <p:nvPr/>
          </p:nvSpPr>
          <p:spPr>
            <a:xfrm flipV="1" rot="5395800">
              <a:off x="584280" y="434880"/>
              <a:ext cx="182880" cy="182880"/>
            </a:xfrm>
            <a:prstGeom prst="ellipse">
              <a:avLst/>
            </a:prstGeom>
            <a:blipFill rotWithShape="0">
              <a:blip r:embed="rId6"/>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78" name=""/>
            <p:cNvSpPr/>
            <p:nvPr/>
          </p:nvSpPr>
          <p:spPr>
            <a:xfrm flipV="1" rot="5395800">
              <a:off x="585000" y="801000"/>
              <a:ext cx="182880" cy="182880"/>
            </a:xfrm>
            <a:prstGeom prst="ellipse">
              <a:avLst/>
            </a:prstGeom>
            <a:blipFill rotWithShape="0">
              <a:blip r:embed="rId7"/>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79" name=""/>
            <p:cNvSpPr/>
            <p:nvPr/>
          </p:nvSpPr>
          <p:spPr>
            <a:xfrm flipV="1" rot="5395800">
              <a:off x="-146160" y="801360"/>
              <a:ext cx="182880" cy="182880"/>
            </a:xfrm>
            <a:prstGeom prst="ellipse">
              <a:avLst/>
            </a:prstGeom>
            <a:blipFill rotWithShape="0">
              <a:blip r:embed="rId8"/>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80" name=""/>
            <p:cNvSpPr/>
            <p:nvPr/>
          </p:nvSpPr>
          <p:spPr>
            <a:xfrm flipV="1" rot="5395800">
              <a:off x="-146880" y="435960"/>
              <a:ext cx="182880" cy="182880"/>
            </a:xfrm>
            <a:prstGeom prst="ellipse">
              <a:avLst/>
            </a:prstGeom>
            <a:blipFill rotWithShape="0">
              <a:blip r:embed="rId9"/>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81" name=""/>
            <p:cNvSpPr/>
            <p:nvPr/>
          </p:nvSpPr>
          <p:spPr>
            <a:xfrm flipV="1" rot="5395800">
              <a:off x="-146880" y="69840"/>
              <a:ext cx="182880" cy="182880"/>
            </a:xfrm>
            <a:prstGeom prst="ellipse">
              <a:avLst/>
            </a:prstGeom>
            <a:blipFill rotWithShape="0">
              <a:blip r:embed="rId10"/>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grpSp>
        <p:nvGrpSpPr>
          <p:cNvPr id="182" name=""/>
          <p:cNvGrpSpPr/>
          <p:nvPr/>
        </p:nvGrpSpPr>
        <p:grpSpPr>
          <a:xfrm>
            <a:off x="9545040" y="4646160"/>
            <a:ext cx="549720" cy="915480"/>
            <a:chOff x="9545040" y="4646160"/>
            <a:chExt cx="549720" cy="915480"/>
          </a:xfrm>
        </p:grpSpPr>
        <p:sp>
          <p:nvSpPr>
            <p:cNvPr id="183" name=""/>
            <p:cNvSpPr/>
            <p:nvPr/>
          </p:nvSpPr>
          <p:spPr>
            <a:xfrm flipV="1" rot="5395800">
              <a:off x="9911520" y="5377320"/>
              <a:ext cx="182880" cy="182880"/>
            </a:xfrm>
            <a:prstGeom prst="ellipse">
              <a:avLst/>
            </a:prstGeom>
            <a:blipFill rotWithShape="0">
              <a:blip r:embed="rId11"/>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84" name=""/>
            <p:cNvSpPr/>
            <p:nvPr/>
          </p:nvSpPr>
          <p:spPr>
            <a:xfrm flipV="1" rot="5395800">
              <a:off x="9911160" y="5011920"/>
              <a:ext cx="182880" cy="182880"/>
            </a:xfrm>
            <a:prstGeom prst="ellipse">
              <a:avLst/>
            </a:prstGeom>
            <a:blipFill rotWithShape="0">
              <a:blip r:embed="rId12"/>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85" name=""/>
            <p:cNvSpPr/>
            <p:nvPr/>
          </p:nvSpPr>
          <p:spPr>
            <a:xfrm flipV="1" rot="5395800">
              <a:off x="9910440" y="4645800"/>
              <a:ext cx="182880" cy="182880"/>
            </a:xfrm>
            <a:prstGeom prst="ellipse">
              <a:avLst/>
            </a:prstGeom>
            <a:blipFill rotWithShape="0">
              <a:blip r:embed="rId13"/>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86" name=""/>
            <p:cNvSpPr/>
            <p:nvPr/>
          </p:nvSpPr>
          <p:spPr>
            <a:xfrm flipV="1" rot="5395800">
              <a:off x="9545400" y="5378040"/>
              <a:ext cx="182880" cy="182880"/>
            </a:xfrm>
            <a:prstGeom prst="ellipse">
              <a:avLst/>
            </a:prstGeom>
            <a:blipFill rotWithShape="0">
              <a:blip r:embed="rId14"/>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87" name=""/>
            <p:cNvSpPr/>
            <p:nvPr/>
          </p:nvSpPr>
          <p:spPr>
            <a:xfrm flipV="1" rot="5395800">
              <a:off x="9545400" y="5011920"/>
              <a:ext cx="182880" cy="182880"/>
            </a:xfrm>
            <a:prstGeom prst="ellipse">
              <a:avLst/>
            </a:prstGeom>
            <a:blipFill rotWithShape="0">
              <a:blip r:embed="rId15"/>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88" name=""/>
            <p:cNvSpPr/>
            <p:nvPr/>
          </p:nvSpPr>
          <p:spPr>
            <a:xfrm flipV="1" rot="5395800">
              <a:off x="9545040" y="4646160"/>
              <a:ext cx="182880" cy="182880"/>
            </a:xfrm>
            <a:prstGeom prst="ellipse">
              <a:avLst/>
            </a:prstGeom>
            <a:blipFill rotWithShape="0">
              <a:blip r:embed="rId16"/>
              <a:srcRect/>
              <a:tile tx="0" ty="0" sx="74822" sy="74822" algn="ctr"/>
            </a:blipFill>
            <a:ln w="0">
              <a:noFill/>
            </a:ln>
            <a:effectLst>
              <a:outerShdw dist="103350" dir="2700000" blurRad="0" rotWithShape="0">
                <a:srgbClr val="808080">
                  <a:alpha val="65000"/>
                </a:srgbClr>
              </a:outerShdw>
            </a:effectLst>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sp>
        <p:nvSpPr>
          <p:cNvPr id="189" name=""/>
          <p:cNvSpPr/>
          <p:nvPr/>
        </p:nvSpPr>
        <p:spPr>
          <a:xfrm>
            <a:off x="-146160" y="3109320"/>
            <a:ext cx="1920240" cy="192024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190" name="PlaceHolder 1"/>
          <p:cNvSpPr>
            <a:spLocks noGrp="1"/>
          </p:cNvSpPr>
          <p:nvPr>
            <p:ph type="title"/>
          </p:nvPr>
        </p:nvSpPr>
        <p:spPr>
          <a:xfrm>
            <a:off x="468000" y="468000"/>
            <a:ext cx="9072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191" name="PlaceHolder 2"/>
          <p:cNvSpPr>
            <a:spLocks noGrp="1"/>
          </p:cNvSpPr>
          <p:nvPr>
            <p:ph type="body"/>
          </p:nvPr>
        </p:nvSpPr>
        <p:spPr>
          <a:xfrm>
            <a:off x="468000" y="1800000"/>
            <a:ext cx="9072000" cy="3288240"/>
          </a:xfrm>
          <a:prstGeom prst="rect">
            <a:avLst/>
          </a:prstGeom>
          <a:noFill/>
          <a:ln w="0">
            <a:noFill/>
          </a:ln>
        </p:spPr>
        <p:txBody>
          <a:bodyPr lIns="0" rIns="0" tIns="0" bIns="0" anchor="t">
            <a:normAutofit fontScale="92500" lnSpcReduction="9999"/>
          </a:bodyPr>
          <a:p>
            <a:pPr marL="324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32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288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504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72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936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115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192" name="PlaceHolder 3"/>
          <p:cNvSpPr>
            <a:spLocks noGrp="1"/>
          </p:cNvSpPr>
          <p:nvPr>
            <p:ph type="dt" idx="22"/>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193" name="PlaceHolder 4"/>
          <p:cNvSpPr>
            <a:spLocks noGrp="1"/>
          </p:cNvSpPr>
          <p:nvPr>
            <p:ph type="ftr" idx="23"/>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194" name="PlaceHolder 5"/>
          <p:cNvSpPr>
            <a:spLocks noGrp="1"/>
          </p:cNvSpPr>
          <p:nvPr>
            <p:ph type="sldNum" idx="24"/>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1AA44BD1-029C-4F60-9B81-70CE0D24B397}"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66" r:id="rId17"/>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
          <p:cNvSpPr/>
          <p:nvPr/>
        </p:nvSpPr>
        <p:spPr>
          <a:xfrm rot="18876000">
            <a:off x="8646120" y="-405720"/>
            <a:ext cx="2895480" cy="289548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98" name=""/>
          <p:cNvSpPr/>
          <p:nvPr/>
        </p:nvSpPr>
        <p:spPr>
          <a:xfrm rot="18876000">
            <a:off x="8666280" y="3983040"/>
            <a:ext cx="2895480" cy="289548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199" name=""/>
          <p:cNvSpPr/>
          <p:nvPr/>
        </p:nvSpPr>
        <p:spPr>
          <a:xfrm rot="18964800">
            <a:off x="994320" y="5915880"/>
            <a:ext cx="2588760" cy="73152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200" name=""/>
          <p:cNvSpPr/>
          <p:nvPr/>
        </p:nvSpPr>
        <p:spPr>
          <a:xfrm rot="18964800">
            <a:off x="-1296720" y="5513760"/>
            <a:ext cx="2588760" cy="73152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201" name=""/>
          <p:cNvSpPr/>
          <p:nvPr/>
        </p:nvSpPr>
        <p:spPr>
          <a:xfrm rot="18964800">
            <a:off x="3682080" y="339480"/>
            <a:ext cx="3457800" cy="92232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202" name=""/>
          <p:cNvSpPr/>
          <p:nvPr/>
        </p:nvSpPr>
        <p:spPr>
          <a:xfrm rot="18964800">
            <a:off x="1446120" y="-758520"/>
            <a:ext cx="2588760" cy="73152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203" name=""/>
          <p:cNvSpPr/>
          <p:nvPr/>
        </p:nvSpPr>
        <p:spPr>
          <a:xfrm rot="18964800">
            <a:off x="-727200" y="3295080"/>
            <a:ext cx="2588760" cy="51300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204" name="PlaceHolder 1"/>
          <p:cNvSpPr>
            <a:spLocks noGrp="1"/>
          </p:cNvSpPr>
          <p:nvPr>
            <p:ph type="title"/>
          </p:nvPr>
        </p:nvSpPr>
        <p:spPr>
          <a:xfrm>
            <a:off x="468000" y="468000"/>
            <a:ext cx="9072000" cy="946440"/>
          </a:xfrm>
          <a:prstGeom prst="rect">
            <a:avLst/>
          </a:prstGeom>
          <a:noFill/>
          <a:ln w="0">
            <a:noFill/>
          </a:ln>
        </p:spPr>
        <p:txBody>
          <a:bodyPr lIns="0" rIns="0" tIns="0" bIns="0" anchor="ctr">
            <a:normAutofit fontScale="77500" lnSpcReduction="19999"/>
          </a:bodyPr>
          <a:p>
            <a:pPr indent="0" algn="ctr">
              <a:buNone/>
            </a:pPr>
            <a:r>
              <a:rPr b="1" lang="es-ES" sz="4400" strike="noStrike" u="none">
                <a:solidFill>
                  <a:srgbClr val="000000"/>
                </a:solidFill>
                <a:uFillTx/>
                <a:latin typeface="Noto Sans"/>
              </a:rPr>
              <a:t>Pulse para editar el formato del texto de título</a:t>
            </a:r>
            <a:endParaRPr b="1" lang="es-ES" sz="4400" strike="noStrike" u="none">
              <a:solidFill>
                <a:srgbClr val="000000"/>
              </a:solidFill>
              <a:uFillTx/>
              <a:latin typeface="Noto Sans"/>
            </a:endParaRPr>
          </a:p>
        </p:txBody>
      </p:sp>
      <p:sp>
        <p:nvSpPr>
          <p:cNvPr id="205" name="PlaceHolder 2"/>
          <p:cNvSpPr>
            <a:spLocks noGrp="1"/>
          </p:cNvSpPr>
          <p:nvPr>
            <p:ph type="body"/>
          </p:nvPr>
        </p:nvSpPr>
        <p:spPr>
          <a:xfrm>
            <a:off x="468000" y="1800000"/>
            <a:ext cx="9072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206" name="PlaceHolder 3"/>
          <p:cNvSpPr>
            <a:spLocks noGrp="1"/>
          </p:cNvSpPr>
          <p:nvPr>
            <p:ph type="dt" idx="25"/>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207" name="PlaceHolder 4"/>
          <p:cNvSpPr>
            <a:spLocks noGrp="1"/>
          </p:cNvSpPr>
          <p:nvPr>
            <p:ph type="ftr" idx="26"/>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208" name="PlaceHolder 5"/>
          <p:cNvSpPr>
            <a:spLocks noGrp="1"/>
          </p:cNvSpPr>
          <p:nvPr>
            <p:ph type="sldNum" idx="27"/>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7A2FF6A8-AA3E-425E-8E37-2DFC16791919}"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68"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11" name=""/>
          <p:cNvGrpSpPr/>
          <p:nvPr/>
        </p:nvGrpSpPr>
        <p:grpSpPr>
          <a:xfrm>
            <a:off x="7406640" y="3566160"/>
            <a:ext cx="2377440" cy="4297680"/>
            <a:chOff x="7406640" y="3566160"/>
            <a:chExt cx="2377440" cy="4297680"/>
          </a:xfrm>
        </p:grpSpPr>
        <p:sp>
          <p:nvSpPr>
            <p:cNvPr id="212" name=""/>
            <p:cNvSpPr/>
            <p:nvPr/>
          </p:nvSpPr>
          <p:spPr>
            <a:xfrm>
              <a:off x="8138160" y="4754880"/>
              <a:ext cx="457200" cy="2560320"/>
            </a:xfrm>
            <a:prstGeom prst="rect">
              <a:avLst/>
            </a:prstGeom>
            <a:blipFill rotWithShape="0">
              <a:blip r:embed="rId2"/>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13" name=""/>
            <p:cNvSpPr/>
            <p:nvPr/>
          </p:nvSpPr>
          <p:spPr>
            <a:xfrm>
              <a:off x="8961120" y="3566160"/>
              <a:ext cx="457200" cy="2560320"/>
            </a:xfrm>
            <a:prstGeom prst="rect">
              <a:avLst/>
            </a:prstGeom>
            <a:blipFill rotWithShape="0">
              <a:blip r:embed="rId3"/>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14" name=""/>
            <p:cNvSpPr/>
            <p:nvPr/>
          </p:nvSpPr>
          <p:spPr>
            <a:xfrm>
              <a:off x="7406640" y="5303520"/>
              <a:ext cx="457200" cy="2560320"/>
            </a:xfrm>
            <a:prstGeom prst="rect">
              <a:avLst/>
            </a:prstGeom>
            <a:blipFill rotWithShape="0">
              <a:blip r:embed="rId4"/>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15" name=""/>
            <p:cNvSpPr/>
            <p:nvPr/>
          </p:nvSpPr>
          <p:spPr>
            <a:xfrm>
              <a:off x="8503920" y="5120640"/>
              <a:ext cx="128016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16" name=""/>
            <p:cNvSpPr/>
            <p:nvPr/>
          </p:nvSpPr>
          <p:spPr>
            <a:xfrm>
              <a:off x="8321040" y="530352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17" name=""/>
            <p:cNvSpPr/>
            <p:nvPr/>
          </p:nvSpPr>
          <p:spPr>
            <a:xfrm>
              <a:off x="8869680" y="548640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sp>
        <p:nvSpPr>
          <p:cNvPr id="218" name=""/>
          <p:cNvSpPr/>
          <p:nvPr/>
        </p:nvSpPr>
        <p:spPr>
          <a:xfrm flipH="1" flipV="1">
            <a:off x="1462680" y="-1554480"/>
            <a:ext cx="457200" cy="2560320"/>
          </a:xfrm>
          <a:prstGeom prst="rect">
            <a:avLst/>
          </a:prstGeom>
          <a:blipFill rotWithShape="0">
            <a:blip r:embed="rId5"/>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19" name=""/>
          <p:cNvSpPr/>
          <p:nvPr/>
        </p:nvSpPr>
        <p:spPr>
          <a:xfrm flipH="1" flipV="1">
            <a:off x="639720" y="-365400"/>
            <a:ext cx="457200" cy="2560320"/>
          </a:xfrm>
          <a:prstGeom prst="rect">
            <a:avLst/>
          </a:prstGeom>
          <a:blipFill rotWithShape="0">
            <a:blip r:embed="rId6"/>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20" name=""/>
          <p:cNvSpPr/>
          <p:nvPr/>
        </p:nvSpPr>
        <p:spPr>
          <a:xfrm flipH="1" flipV="1">
            <a:off x="2194560" y="-2103120"/>
            <a:ext cx="457200" cy="2560320"/>
          </a:xfrm>
          <a:prstGeom prst="rect">
            <a:avLst/>
          </a:prstGeom>
          <a:blipFill rotWithShape="0">
            <a:blip r:embed="rId7"/>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21" name=""/>
          <p:cNvSpPr/>
          <p:nvPr/>
        </p:nvSpPr>
        <p:spPr>
          <a:xfrm flipH="1" flipV="1">
            <a:off x="274320" y="548640"/>
            <a:ext cx="128016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22" name=""/>
          <p:cNvSpPr/>
          <p:nvPr/>
        </p:nvSpPr>
        <p:spPr>
          <a:xfrm flipH="1" flipV="1">
            <a:off x="822960" y="36576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23" name=""/>
          <p:cNvSpPr/>
          <p:nvPr/>
        </p:nvSpPr>
        <p:spPr>
          <a:xfrm flipH="1" flipV="1">
            <a:off x="274320" y="18288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24" name=""/>
          <p:cNvSpPr/>
          <p:nvPr/>
        </p:nvSpPr>
        <p:spPr>
          <a:xfrm>
            <a:off x="3474720" y="2560320"/>
            <a:ext cx="2743200" cy="2743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225" name=""/>
          <p:cNvSpPr/>
          <p:nvPr/>
        </p:nvSpPr>
        <p:spPr>
          <a:xfrm flipH="1" flipV="1">
            <a:off x="914040" y="2835000"/>
            <a:ext cx="91440" cy="164592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26"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fontScale="77500" lnSpcReduction="19999"/>
          </a:bodyPr>
          <a:p>
            <a:pPr indent="0" algn="ctr">
              <a:buNone/>
            </a:pPr>
            <a:r>
              <a:rPr b="1" lang="es-ES" sz="4400" strike="noStrike" u="wavyHeavy">
                <a:solidFill>
                  <a:srgbClr val="000000"/>
                </a:solidFill>
                <a:uFillTx/>
                <a:latin typeface="Noto Sans"/>
              </a:rPr>
              <a:t>Pulse para editar el formato del texto de título</a:t>
            </a:r>
            <a:endParaRPr b="1" lang="es-ES" sz="4400" strike="noStrike" u="wavyHeavy">
              <a:solidFill>
                <a:srgbClr val="000000"/>
              </a:solidFill>
              <a:uFillTx/>
              <a:latin typeface="Noto Sans"/>
            </a:endParaRPr>
          </a:p>
        </p:txBody>
      </p:sp>
      <p:sp>
        <p:nvSpPr>
          <p:cNvPr id="227" name="PlaceHolder 2"/>
          <p:cNvSpPr>
            <a:spLocks noGrp="1"/>
          </p:cNvSpPr>
          <p:nvPr>
            <p:ph type="body"/>
          </p:nvPr>
        </p:nvSpPr>
        <p:spPr>
          <a:xfrm>
            <a:off x="1260000" y="1800000"/>
            <a:ext cx="828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228" name="PlaceHolder 3"/>
          <p:cNvSpPr>
            <a:spLocks noGrp="1"/>
          </p:cNvSpPr>
          <p:nvPr>
            <p:ph type="dt" idx="28"/>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229" name="PlaceHolder 4"/>
          <p:cNvSpPr>
            <a:spLocks noGrp="1"/>
          </p:cNvSpPr>
          <p:nvPr>
            <p:ph type="ftr" idx="29"/>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230" name="PlaceHolder 5"/>
          <p:cNvSpPr>
            <a:spLocks noGrp="1"/>
          </p:cNvSpPr>
          <p:nvPr>
            <p:ph type="sldNum" idx="30"/>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7F3EF30D-84DD-441F-A846-4E4FE7912D89}"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70" r:id="rId8"/>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33" name=""/>
          <p:cNvGrpSpPr/>
          <p:nvPr/>
        </p:nvGrpSpPr>
        <p:grpSpPr>
          <a:xfrm>
            <a:off x="7406640" y="3566160"/>
            <a:ext cx="2377440" cy="4297680"/>
            <a:chOff x="7406640" y="3566160"/>
            <a:chExt cx="2377440" cy="4297680"/>
          </a:xfrm>
        </p:grpSpPr>
        <p:sp>
          <p:nvSpPr>
            <p:cNvPr id="234" name=""/>
            <p:cNvSpPr/>
            <p:nvPr/>
          </p:nvSpPr>
          <p:spPr>
            <a:xfrm>
              <a:off x="8138160" y="4754880"/>
              <a:ext cx="457200" cy="2560320"/>
            </a:xfrm>
            <a:prstGeom prst="rect">
              <a:avLst/>
            </a:prstGeom>
            <a:blipFill rotWithShape="0">
              <a:blip r:embed="rId2"/>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35" name=""/>
            <p:cNvSpPr/>
            <p:nvPr/>
          </p:nvSpPr>
          <p:spPr>
            <a:xfrm>
              <a:off x="8961120" y="3566160"/>
              <a:ext cx="457200" cy="2560320"/>
            </a:xfrm>
            <a:prstGeom prst="rect">
              <a:avLst/>
            </a:prstGeom>
            <a:blipFill rotWithShape="0">
              <a:blip r:embed="rId3"/>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36" name=""/>
            <p:cNvSpPr/>
            <p:nvPr/>
          </p:nvSpPr>
          <p:spPr>
            <a:xfrm>
              <a:off x="7406640" y="5303520"/>
              <a:ext cx="457200" cy="2560320"/>
            </a:xfrm>
            <a:prstGeom prst="rect">
              <a:avLst/>
            </a:prstGeom>
            <a:blipFill rotWithShape="0">
              <a:blip r:embed="rId4"/>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37" name=""/>
            <p:cNvSpPr/>
            <p:nvPr/>
          </p:nvSpPr>
          <p:spPr>
            <a:xfrm>
              <a:off x="8503920" y="5120640"/>
              <a:ext cx="128016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38" name=""/>
            <p:cNvSpPr/>
            <p:nvPr/>
          </p:nvSpPr>
          <p:spPr>
            <a:xfrm>
              <a:off x="8321040" y="530352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39" name=""/>
            <p:cNvSpPr/>
            <p:nvPr/>
          </p:nvSpPr>
          <p:spPr>
            <a:xfrm>
              <a:off x="8869680" y="548640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sp>
        <p:nvSpPr>
          <p:cNvPr id="240" name=""/>
          <p:cNvSpPr/>
          <p:nvPr/>
        </p:nvSpPr>
        <p:spPr>
          <a:xfrm flipH="1" flipV="1">
            <a:off x="1462680" y="-1554480"/>
            <a:ext cx="457200" cy="2560320"/>
          </a:xfrm>
          <a:prstGeom prst="rect">
            <a:avLst/>
          </a:prstGeom>
          <a:blipFill rotWithShape="0">
            <a:blip r:embed="rId5"/>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41" name=""/>
          <p:cNvSpPr/>
          <p:nvPr/>
        </p:nvSpPr>
        <p:spPr>
          <a:xfrm flipH="1" flipV="1">
            <a:off x="639720" y="-365400"/>
            <a:ext cx="457200" cy="2560320"/>
          </a:xfrm>
          <a:prstGeom prst="rect">
            <a:avLst/>
          </a:prstGeom>
          <a:blipFill rotWithShape="0">
            <a:blip r:embed="rId6"/>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42" name=""/>
          <p:cNvSpPr/>
          <p:nvPr/>
        </p:nvSpPr>
        <p:spPr>
          <a:xfrm flipH="1" flipV="1">
            <a:off x="2194560" y="-2103120"/>
            <a:ext cx="457200" cy="2560320"/>
          </a:xfrm>
          <a:prstGeom prst="rect">
            <a:avLst/>
          </a:prstGeom>
          <a:blipFill rotWithShape="0">
            <a:blip r:embed="rId7"/>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43" name=""/>
          <p:cNvSpPr/>
          <p:nvPr/>
        </p:nvSpPr>
        <p:spPr>
          <a:xfrm flipH="1" flipV="1">
            <a:off x="274320" y="548640"/>
            <a:ext cx="128016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44" name=""/>
          <p:cNvSpPr/>
          <p:nvPr/>
        </p:nvSpPr>
        <p:spPr>
          <a:xfrm flipH="1" flipV="1">
            <a:off x="822960" y="36576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45" name=""/>
          <p:cNvSpPr/>
          <p:nvPr/>
        </p:nvSpPr>
        <p:spPr>
          <a:xfrm flipH="1" flipV="1">
            <a:off x="274320" y="18288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46" name=""/>
          <p:cNvSpPr/>
          <p:nvPr/>
        </p:nvSpPr>
        <p:spPr>
          <a:xfrm>
            <a:off x="3474720" y="2560320"/>
            <a:ext cx="2743200" cy="2743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247" name=""/>
          <p:cNvSpPr/>
          <p:nvPr/>
        </p:nvSpPr>
        <p:spPr>
          <a:xfrm flipH="1" flipV="1">
            <a:off x="914040" y="2835000"/>
            <a:ext cx="91440" cy="164592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48"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fontScale="77500" lnSpcReduction="19999"/>
          </a:bodyPr>
          <a:p>
            <a:pPr indent="0" algn="ctr">
              <a:buNone/>
            </a:pPr>
            <a:r>
              <a:rPr b="1" lang="es-ES" sz="4400" strike="noStrike" u="wavyHeavy">
                <a:solidFill>
                  <a:srgbClr val="000000"/>
                </a:solidFill>
                <a:uFillTx/>
                <a:latin typeface="Noto Sans"/>
              </a:rPr>
              <a:t>Pulse para editar el formato del texto de título</a:t>
            </a:r>
            <a:endParaRPr b="1" lang="es-ES" sz="4400" strike="noStrike" u="wavyHeavy">
              <a:solidFill>
                <a:srgbClr val="000000"/>
              </a:solidFill>
              <a:uFillTx/>
              <a:latin typeface="Noto Sans"/>
            </a:endParaRPr>
          </a:p>
        </p:txBody>
      </p:sp>
      <p:sp>
        <p:nvSpPr>
          <p:cNvPr id="249" name="PlaceHolder 2"/>
          <p:cNvSpPr>
            <a:spLocks noGrp="1"/>
          </p:cNvSpPr>
          <p:nvPr>
            <p:ph type="body"/>
          </p:nvPr>
        </p:nvSpPr>
        <p:spPr>
          <a:xfrm>
            <a:off x="1260000" y="1800000"/>
            <a:ext cx="828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250" name="PlaceHolder 3"/>
          <p:cNvSpPr>
            <a:spLocks noGrp="1"/>
          </p:cNvSpPr>
          <p:nvPr>
            <p:ph type="dt" idx="31"/>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251" name="PlaceHolder 4"/>
          <p:cNvSpPr>
            <a:spLocks noGrp="1"/>
          </p:cNvSpPr>
          <p:nvPr>
            <p:ph type="ftr" idx="32"/>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252" name="PlaceHolder 5"/>
          <p:cNvSpPr>
            <a:spLocks noGrp="1"/>
          </p:cNvSpPr>
          <p:nvPr>
            <p:ph type="sldNum" idx="33"/>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9A976C06-705D-4B58-AB6B-5F389E9576DC}"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72" r:id="rId8"/>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55" name=""/>
          <p:cNvGrpSpPr/>
          <p:nvPr/>
        </p:nvGrpSpPr>
        <p:grpSpPr>
          <a:xfrm>
            <a:off x="7406640" y="3566160"/>
            <a:ext cx="2377440" cy="4297680"/>
            <a:chOff x="7406640" y="3566160"/>
            <a:chExt cx="2377440" cy="4297680"/>
          </a:xfrm>
        </p:grpSpPr>
        <p:sp>
          <p:nvSpPr>
            <p:cNvPr id="256" name=""/>
            <p:cNvSpPr/>
            <p:nvPr/>
          </p:nvSpPr>
          <p:spPr>
            <a:xfrm>
              <a:off x="8138160" y="4754880"/>
              <a:ext cx="457200" cy="2560320"/>
            </a:xfrm>
            <a:prstGeom prst="rect">
              <a:avLst/>
            </a:prstGeom>
            <a:blipFill rotWithShape="0">
              <a:blip r:embed="rId2"/>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57" name=""/>
            <p:cNvSpPr/>
            <p:nvPr/>
          </p:nvSpPr>
          <p:spPr>
            <a:xfrm>
              <a:off x="8961120" y="3566160"/>
              <a:ext cx="457200" cy="2560320"/>
            </a:xfrm>
            <a:prstGeom prst="rect">
              <a:avLst/>
            </a:prstGeom>
            <a:blipFill rotWithShape="0">
              <a:blip r:embed="rId3"/>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58" name=""/>
            <p:cNvSpPr/>
            <p:nvPr/>
          </p:nvSpPr>
          <p:spPr>
            <a:xfrm>
              <a:off x="7406640" y="5303520"/>
              <a:ext cx="457200" cy="2560320"/>
            </a:xfrm>
            <a:prstGeom prst="rect">
              <a:avLst/>
            </a:prstGeom>
            <a:blipFill rotWithShape="0">
              <a:blip r:embed="rId4"/>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59" name=""/>
            <p:cNvSpPr/>
            <p:nvPr/>
          </p:nvSpPr>
          <p:spPr>
            <a:xfrm>
              <a:off x="8503920" y="5120640"/>
              <a:ext cx="128016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60" name=""/>
            <p:cNvSpPr/>
            <p:nvPr/>
          </p:nvSpPr>
          <p:spPr>
            <a:xfrm>
              <a:off x="8321040" y="530352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61" name=""/>
            <p:cNvSpPr/>
            <p:nvPr/>
          </p:nvSpPr>
          <p:spPr>
            <a:xfrm>
              <a:off x="8869680" y="548640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sp>
        <p:nvSpPr>
          <p:cNvPr id="262" name=""/>
          <p:cNvSpPr/>
          <p:nvPr/>
        </p:nvSpPr>
        <p:spPr>
          <a:xfrm flipH="1" flipV="1">
            <a:off x="1462680" y="-1554480"/>
            <a:ext cx="457200" cy="2560320"/>
          </a:xfrm>
          <a:prstGeom prst="rect">
            <a:avLst/>
          </a:prstGeom>
          <a:blipFill rotWithShape="0">
            <a:blip r:embed="rId5"/>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63" name=""/>
          <p:cNvSpPr/>
          <p:nvPr/>
        </p:nvSpPr>
        <p:spPr>
          <a:xfrm flipH="1" flipV="1">
            <a:off x="639720" y="-365400"/>
            <a:ext cx="457200" cy="2560320"/>
          </a:xfrm>
          <a:prstGeom prst="rect">
            <a:avLst/>
          </a:prstGeom>
          <a:blipFill rotWithShape="0">
            <a:blip r:embed="rId6"/>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64" name=""/>
          <p:cNvSpPr/>
          <p:nvPr/>
        </p:nvSpPr>
        <p:spPr>
          <a:xfrm flipH="1" flipV="1">
            <a:off x="2194560" y="-2103120"/>
            <a:ext cx="457200" cy="2560320"/>
          </a:xfrm>
          <a:prstGeom prst="rect">
            <a:avLst/>
          </a:prstGeom>
          <a:blipFill rotWithShape="0">
            <a:blip r:embed="rId7"/>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65" name=""/>
          <p:cNvSpPr/>
          <p:nvPr/>
        </p:nvSpPr>
        <p:spPr>
          <a:xfrm flipH="1" flipV="1">
            <a:off x="274320" y="548640"/>
            <a:ext cx="128016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66" name=""/>
          <p:cNvSpPr/>
          <p:nvPr/>
        </p:nvSpPr>
        <p:spPr>
          <a:xfrm flipH="1" flipV="1">
            <a:off x="822960" y="36576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67" name=""/>
          <p:cNvSpPr/>
          <p:nvPr/>
        </p:nvSpPr>
        <p:spPr>
          <a:xfrm flipH="1" flipV="1">
            <a:off x="274320" y="18288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68" name=""/>
          <p:cNvSpPr/>
          <p:nvPr/>
        </p:nvSpPr>
        <p:spPr>
          <a:xfrm>
            <a:off x="3474720" y="2560320"/>
            <a:ext cx="2743200" cy="2743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269" name=""/>
          <p:cNvSpPr/>
          <p:nvPr/>
        </p:nvSpPr>
        <p:spPr>
          <a:xfrm flipH="1" flipV="1">
            <a:off x="914040" y="2835000"/>
            <a:ext cx="91440" cy="164592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70"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fontScale="77500" lnSpcReduction="19999"/>
          </a:bodyPr>
          <a:p>
            <a:pPr indent="0" algn="ctr">
              <a:buNone/>
            </a:pPr>
            <a:r>
              <a:rPr b="1" lang="es-ES" sz="4400" strike="noStrike" u="wavyHeavy">
                <a:solidFill>
                  <a:srgbClr val="000000"/>
                </a:solidFill>
                <a:uFillTx/>
                <a:latin typeface="Noto Sans"/>
              </a:rPr>
              <a:t>Pulse para editar el formato del texto de título</a:t>
            </a:r>
            <a:endParaRPr b="1" lang="es-ES" sz="4400" strike="noStrike" u="wavyHeavy">
              <a:solidFill>
                <a:srgbClr val="000000"/>
              </a:solidFill>
              <a:uFillTx/>
              <a:latin typeface="Noto Sans"/>
            </a:endParaRPr>
          </a:p>
        </p:txBody>
      </p:sp>
      <p:sp>
        <p:nvSpPr>
          <p:cNvPr id="271" name="PlaceHolder 2"/>
          <p:cNvSpPr>
            <a:spLocks noGrp="1"/>
          </p:cNvSpPr>
          <p:nvPr>
            <p:ph type="body"/>
          </p:nvPr>
        </p:nvSpPr>
        <p:spPr>
          <a:xfrm>
            <a:off x="1260000" y="1800000"/>
            <a:ext cx="828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272" name="PlaceHolder 3"/>
          <p:cNvSpPr>
            <a:spLocks noGrp="1"/>
          </p:cNvSpPr>
          <p:nvPr>
            <p:ph type="dt" idx="34"/>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273" name="PlaceHolder 4"/>
          <p:cNvSpPr>
            <a:spLocks noGrp="1"/>
          </p:cNvSpPr>
          <p:nvPr>
            <p:ph type="ftr" idx="35"/>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274" name="PlaceHolder 5"/>
          <p:cNvSpPr>
            <a:spLocks noGrp="1"/>
          </p:cNvSpPr>
          <p:nvPr>
            <p:ph type="sldNum" idx="36"/>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37D8C44D-0F4B-4279-9AC2-C7E4AA5BA594}"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74" r:id="rId8"/>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77" name=""/>
          <p:cNvGrpSpPr/>
          <p:nvPr/>
        </p:nvGrpSpPr>
        <p:grpSpPr>
          <a:xfrm>
            <a:off x="7406640" y="3566160"/>
            <a:ext cx="2377440" cy="4297680"/>
            <a:chOff x="7406640" y="3566160"/>
            <a:chExt cx="2377440" cy="4297680"/>
          </a:xfrm>
        </p:grpSpPr>
        <p:sp>
          <p:nvSpPr>
            <p:cNvPr id="278" name=""/>
            <p:cNvSpPr/>
            <p:nvPr/>
          </p:nvSpPr>
          <p:spPr>
            <a:xfrm>
              <a:off x="8138160" y="4754880"/>
              <a:ext cx="457200" cy="2560320"/>
            </a:xfrm>
            <a:prstGeom prst="rect">
              <a:avLst/>
            </a:prstGeom>
            <a:blipFill rotWithShape="0">
              <a:blip r:embed="rId2"/>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79" name=""/>
            <p:cNvSpPr/>
            <p:nvPr/>
          </p:nvSpPr>
          <p:spPr>
            <a:xfrm>
              <a:off x="8961120" y="3566160"/>
              <a:ext cx="457200" cy="2560320"/>
            </a:xfrm>
            <a:prstGeom prst="rect">
              <a:avLst/>
            </a:prstGeom>
            <a:blipFill rotWithShape="0">
              <a:blip r:embed="rId3"/>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80" name=""/>
            <p:cNvSpPr/>
            <p:nvPr/>
          </p:nvSpPr>
          <p:spPr>
            <a:xfrm>
              <a:off x="7406640" y="5303520"/>
              <a:ext cx="457200" cy="2560320"/>
            </a:xfrm>
            <a:prstGeom prst="rect">
              <a:avLst/>
            </a:prstGeom>
            <a:blipFill rotWithShape="0">
              <a:blip r:embed="rId4"/>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81" name=""/>
            <p:cNvSpPr/>
            <p:nvPr/>
          </p:nvSpPr>
          <p:spPr>
            <a:xfrm>
              <a:off x="8503920" y="5120640"/>
              <a:ext cx="128016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82" name=""/>
            <p:cNvSpPr/>
            <p:nvPr/>
          </p:nvSpPr>
          <p:spPr>
            <a:xfrm>
              <a:off x="8321040" y="530352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83" name=""/>
            <p:cNvSpPr/>
            <p:nvPr/>
          </p:nvSpPr>
          <p:spPr>
            <a:xfrm>
              <a:off x="8869680" y="548640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sp>
        <p:nvSpPr>
          <p:cNvPr id="284" name=""/>
          <p:cNvSpPr/>
          <p:nvPr/>
        </p:nvSpPr>
        <p:spPr>
          <a:xfrm flipH="1" flipV="1">
            <a:off x="1462680" y="-1554480"/>
            <a:ext cx="457200" cy="2560320"/>
          </a:xfrm>
          <a:prstGeom prst="rect">
            <a:avLst/>
          </a:prstGeom>
          <a:blipFill rotWithShape="0">
            <a:blip r:embed="rId5"/>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85" name=""/>
          <p:cNvSpPr/>
          <p:nvPr/>
        </p:nvSpPr>
        <p:spPr>
          <a:xfrm flipH="1" flipV="1">
            <a:off x="639720" y="-365400"/>
            <a:ext cx="457200" cy="2560320"/>
          </a:xfrm>
          <a:prstGeom prst="rect">
            <a:avLst/>
          </a:prstGeom>
          <a:blipFill rotWithShape="0">
            <a:blip r:embed="rId6"/>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86" name=""/>
          <p:cNvSpPr/>
          <p:nvPr/>
        </p:nvSpPr>
        <p:spPr>
          <a:xfrm flipH="1" flipV="1">
            <a:off x="2194560" y="-2103120"/>
            <a:ext cx="457200" cy="2560320"/>
          </a:xfrm>
          <a:prstGeom prst="rect">
            <a:avLst/>
          </a:prstGeom>
          <a:blipFill rotWithShape="0">
            <a:blip r:embed="rId7"/>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87" name=""/>
          <p:cNvSpPr/>
          <p:nvPr/>
        </p:nvSpPr>
        <p:spPr>
          <a:xfrm flipH="1" flipV="1">
            <a:off x="274320" y="548640"/>
            <a:ext cx="128016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88" name=""/>
          <p:cNvSpPr/>
          <p:nvPr/>
        </p:nvSpPr>
        <p:spPr>
          <a:xfrm flipH="1" flipV="1">
            <a:off x="822960" y="36576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89" name=""/>
          <p:cNvSpPr/>
          <p:nvPr/>
        </p:nvSpPr>
        <p:spPr>
          <a:xfrm flipH="1" flipV="1">
            <a:off x="274320" y="18288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90" name=""/>
          <p:cNvSpPr/>
          <p:nvPr/>
        </p:nvSpPr>
        <p:spPr>
          <a:xfrm>
            <a:off x="3474720" y="2560320"/>
            <a:ext cx="2743200" cy="2743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291" name=""/>
          <p:cNvSpPr/>
          <p:nvPr/>
        </p:nvSpPr>
        <p:spPr>
          <a:xfrm flipH="1" flipV="1">
            <a:off x="914040" y="2835000"/>
            <a:ext cx="91440" cy="164592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292"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fontScale="77500" lnSpcReduction="19999"/>
          </a:bodyPr>
          <a:p>
            <a:pPr indent="0" algn="ctr">
              <a:buNone/>
            </a:pPr>
            <a:r>
              <a:rPr b="1" lang="es-ES" sz="4400" strike="noStrike" u="wavyHeavy">
                <a:solidFill>
                  <a:srgbClr val="000000"/>
                </a:solidFill>
                <a:uFillTx/>
                <a:latin typeface="Noto Sans"/>
              </a:rPr>
              <a:t>Pulse para editar el formato del texto de título</a:t>
            </a:r>
            <a:endParaRPr b="1" lang="es-ES" sz="4400" strike="noStrike" u="wavyHeavy">
              <a:solidFill>
                <a:srgbClr val="000000"/>
              </a:solidFill>
              <a:uFillTx/>
              <a:latin typeface="Noto Sans"/>
            </a:endParaRPr>
          </a:p>
        </p:txBody>
      </p:sp>
      <p:sp>
        <p:nvSpPr>
          <p:cNvPr id="293" name="PlaceHolder 2"/>
          <p:cNvSpPr>
            <a:spLocks noGrp="1"/>
          </p:cNvSpPr>
          <p:nvPr>
            <p:ph type="body"/>
          </p:nvPr>
        </p:nvSpPr>
        <p:spPr>
          <a:xfrm>
            <a:off x="1260000" y="1800000"/>
            <a:ext cx="828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294" name="PlaceHolder 3"/>
          <p:cNvSpPr>
            <a:spLocks noGrp="1"/>
          </p:cNvSpPr>
          <p:nvPr>
            <p:ph type="dt" idx="37"/>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295" name="PlaceHolder 4"/>
          <p:cNvSpPr>
            <a:spLocks noGrp="1"/>
          </p:cNvSpPr>
          <p:nvPr>
            <p:ph type="ftr" idx="38"/>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296" name="PlaceHolder 5"/>
          <p:cNvSpPr>
            <a:spLocks noGrp="1"/>
          </p:cNvSpPr>
          <p:nvPr>
            <p:ph type="sldNum" idx="39"/>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E3528821-B0D3-42C0-B4E6-47AE71FFECF8}"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76" r:id="rId8"/>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99" name=""/>
          <p:cNvGrpSpPr/>
          <p:nvPr/>
        </p:nvGrpSpPr>
        <p:grpSpPr>
          <a:xfrm>
            <a:off x="7406640" y="3566160"/>
            <a:ext cx="2377440" cy="4297680"/>
            <a:chOff x="7406640" y="3566160"/>
            <a:chExt cx="2377440" cy="4297680"/>
          </a:xfrm>
        </p:grpSpPr>
        <p:sp>
          <p:nvSpPr>
            <p:cNvPr id="300" name=""/>
            <p:cNvSpPr/>
            <p:nvPr/>
          </p:nvSpPr>
          <p:spPr>
            <a:xfrm>
              <a:off x="8138160" y="4754880"/>
              <a:ext cx="457200" cy="2560320"/>
            </a:xfrm>
            <a:prstGeom prst="rect">
              <a:avLst/>
            </a:prstGeom>
            <a:blipFill rotWithShape="0">
              <a:blip r:embed="rId2"/>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01" name=""/>
            <p:cNvSpPr/>
            <p:nvPr/>
          </p:nvSpPr>
          <p:spPr>
            <a:xfrm>
              <a:off x="8961120" y="3566160"/>
              <a:ext cx="457200" cy="2560320"/>
            </a:xfrm>
            <a:prstGeom prst="rect">
              <a:avLst/>
            </a:prstGeom>
            <a:blipFill rotWithShape="0">
              <a:blip r:embed="rId3"/>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02" name=""/>
            <p:cNvSpPr/>
            <p:nvPr/>
          </p:nvSpPr>
          <p:spPr>
            <a:xfrm>
              <a:off x="7406640" y="5303520"/>
              <a:ext cx="457200" cy="2560320"/>
            </a:xfrm>
            <a:prstGeom prst="rect">
              <a:avLst/>
            </a:prstGeom>
            <a:blipFill rotWithShape="0">
              <a:blip r:embed="rId4"/>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03" name=""/>
            <p:cNvSpPr/>
            <p:nvPr/>
          </p:nvSpPr>
          <p:spPr>
            <a:xfrm>
              <a:off x="8503920" y="5120640"/>
              <a:ext cx="128016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04" name=""/>
            <p:cNvSpPr/>
            <p:nvPr/>
          </p:nvSpPr>
          <p:spPr>
            <a:xfrm>
              <a:off x="8321040" y="530352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05" name=""/>
            <p:cNvSpPr/>
            <p:nvPr/>
          </p:nvSpPr>
          <p:spPr>
            <a:xfrm>
              <a:off x="8869680" y="548640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sp>
        <p:nvSpPr>
          <p:cNvPr id="306" name=""/>
          <p:cNvSpPr/>
          <p:nvPr/>
        </p:nvSpPr>
        <p:spPr>
          <a:xfrm flipH="1" flipV="1">
            <a:off x="1462680" y="-1554480"/>
            <a:ext cx="457200" cy="2560320"/>
          </a:xfrm>
          <a:prstGeom prst="rect">
            <a:avLst/>
          </a:prstGeom>
          <a:blipFill rotWithShape="0">
            <a:blip r:embed="rId5"/>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07" name=""/>
          <p:cNvSpPr/>
          <p:nvPr/>
        </p:nvSpPr>
        <p:spPr>
          <a:xfrm flipH="1" flipV="1">
            <a:off x="639720" y="-365400"/>
            <a:ext cx="457200" cy="2560320"/>
          </a:xfrm>
          <a:prstGeom prst="rect">
            <a:avLst/>
          </a:prstGeom>
          <a:blipFill rotWithShape="0">
            <a:blip r:embed="rId6"/>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08" name=""/>
          <p:cNvSpPr/>
          <p:nvPr/>
        </p:nvSpPr>
        <p:spPr>
          <a:xfrm flipH="1" flipV="1">
            <a:off x="2194560" y="-2103120"/>
            <a:ext cx="457200" cy="2560320"/>
          </a:xfrm>
          <a:prstGeom prst="rect">
            <a:avLst/>
          </a:prstGeom>
          <a:blipFill rotWithShape="0">
            <a:blip r:embed="rId7"/>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09" name=""/>
          <p:cNvSpPr/>
          <p:nvPr/>
        </p:nvSpPr>
        <p:spPr>
          <a:xfrm flipH="1" flipV="1">
            <a:off x="274320" y="548640"/>
            <a:ext cx="128016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10" name=""/>
          <p:cNvSpPr/>
          <p:nvPr/>
        </p:nvSpPr>
        <p:spPr>
          <a:xfrm flipH="1" flipV="1">
            <a:off x="822960" y="36576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11" name=""/>
          <p:cNvSpPr/>
          <p:nvPr/>
        </p:nvSpPr>
        <p:spPr>
          <a:xfrm flipH="1" flipV="1">
            <a:off x="274320" y="18288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12" name=""/>
          <p:cNvSpPr/>
          <p:nvPr/>
        </p:nvSpPr>
        <p:spPr>
          <a:xfrm>
            <a:off x="3474720" y="2560320"/>
            <a:ext cx="2743200" cy="2743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313" name=""/>
          <p:cNvSpPr/>
          <p:nvPr/>
        </p:nvSpPr>
        <p:spPr>
          <a:xfrm flipH="1" flipV="1">
            <a:off x="914040" y="2835000"/>
            <a:ext cx="91440" cy="164592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14"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fontScale="77500" lnSpcReduction="19999"/>
          </a:bodyPr>
          <a:p>
            <a:pPr indent="0" algn="ctr">
              <a:buNone/>
            </a:pPr>
            <a:r>
              <a:rPr b="1" lang="es-ES" sz="4400" strike="noStrike" u="wavyHeavy">
                <a:solidFill>
                  <a:srgbClr val="000000"/>
                </a:solidFill>
                <a:uFillTx/>
                <a:latin typeface="Noto Sans"/>
              </a:rPr>
              <a:t>Pulse para editar el formato del texto de título</a:t>
            </a:r>
            <a:endParaRPr b="1" lang="es-ES" sz="4400" strike="noStrike" u="wavyHeavy">
              <a:solidFill>
                <a:srgbClr val="000000"/>
              </a:solidFill>
              <a:uFillTx/>
              <a:latin typeface="Noto Sans"/>
            </a:endParaRPr>
          </a:p>
        </p:txBody>
      </p:sp>
      <p:sp>
        <p:nvSpPr>
          <p:cNvPr id="315" name="PlaceHolder 2"/>
          <p:cNvSpPr>
            <a:spLocks noGrp="1"/>
          </p:cNvSpPr>
          <p:nvPr>
            <p:ph type="body"/>
          </p:nvPr>
        </p:nvSpPr>
        <p:spPr>
          <a:xfrm>
            <a:off x="1260000" y="1800000"/>
            <a:ext cx="828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316" name="PlaceHolder 3"/>
          <p:cNvSpPr>
            <a:spLocks noGrp="1"/>
          </p:cNvSpPr>
          <p:nvPr>
            <p:ph type="dt" idx="40"/>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317" name="PlaceHolder 4"/>
          <p:cNvSpPr>
            <a:spLocks noGrp="1"/>
          </p:cNvSpPr>
          <p:nvPr>
            <p:ph type="ftr" idx="41"/>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318" name="PlaceHolder 5"/>
          <p:cNvSpPr>
            <a:spLocks noGrp="1"/>
          </p:cNvSpPr>
          <p:nvPr>
            <p:ph type="sldNum" idx="42"/>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B6C23ED8-B07A-4C5F-B3ED-7401D199485B}"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78" r:id="rId8"/>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21" name=""/>
          <p:cNvGrpSpPr/>
          <p:nvPr/>
        </p:nvGrpSpPr>
        <p:grpSpPr>
          <a:xfrm>
            <a:off x="7406640" y="3566160"/>
            <a:ext cx="2377440" cy="4297680"/>
            <a:chOff x="7406640" y="3566160"/>
            <a:chExt cx="2377440" cy="4297680"/>
          </a:xfrm>
        </p:grpSpPr>
        <p:sp>
          <p:nvSpPr>
            <p:cNvPr id="322" name=""/>
            <p:cNvSpPr/>
            <p:nvPr/>
          </p:nvSpPr>
          <p:spPr>
            <a:xfrm>
              <a:off x="8138160" y="4754880"/>
              <a:ext cx="457200" cy="2560320"/>
            </a:xfrm>
            <a:prstGeom prst="rect">
              <a:avLst/>
            </a:prstGeom>
            <a:blipFill rotWithShape="0">
              <a:blip r:embed="rId2"/>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23" name=""/>
            <p:cNvSpPr/>
            <p:nvPr/>
          </p:nvSpPr>
          <p:spPr>
            <a:xfrm>
              <a:off x="8961120" y="3566160"/>
              <a:ext cx="457200" cy="2560320"/>
            </a:xfrm>
            <a:prstGeom prst="rect">
              <a:avLst/>
            </a:prstGeom>
            <a:blipFill rotWithShape="0">
              <a:blip r:embed="rId3"/>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24" name=""/>
            <p:cNvSpPr/>
            <p:nvPr/>
          </p:nvSpPr>
          <p:spPr>
            <a:xfrm>
              <a:off x="7406640" y="5303520"/>
              <a:ext cx="457200" cy="2560320"/>
            </a:xfrm>
            <a:prstGeom prst="rect">
              <a:avLst/>
            </a:prstGeom>
            <a:blipFill rotWithShape="0">
              <a:blip r:embed="rId4"/>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25" name=""/>
            <p:cNvSpPr/>
            <p:nvPr/>
          </p:nvSpPr>
          <p:spPr>
            <a:xfrm>
              <a:off x="8503920" y="5120640"/>
              <a:ext cx="128016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26" name=""/>
            <p:cNvSpPr/>
            <p:nvPr/>
          </p:nvSpPr>
          <p:spPr>
            <a:xfrm>
              <a:off x="8321040" y="530352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27" name=""/>
            <p:cNvSpPr/>
            <p:nvPr/>
          </p:nvSpPr>
          <p:spPr>
            <a:xfrm>
              <a:off x="8869680" y="548640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grpSp>
      <p:sp>
        <p:nvSpPr>
          <p:cNvPr id="328" name=""/>
          <p:cNvSpPr/>
          <p:nvPr/>
        </p:nvSpPr>
        <p:spPr>
          <a:xfrm flipH="1" flipV="1">
            <a:off x="1462680" y="-1554480"/>
            <a:ext cx="457200" cy="2560320"/>
          </a:xfrm>
          <a:prstGeom prst="rect">
            <a:avLst/>
          </a:prstGeom>
          <a:blipFill rotWithShape="0">
            <a:blip r:embed="rId5"/>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29" name=""/>
          <p:cNvSpPr/>
          <p:nvPr/>
        </p:nvSpPr>
        <p:spPr>
          <a:xfrm flipH="1" flipV="1">
            <a:off x="639720" y="-365400"/>
            <a:ext cx="457200" cy="2560320"/>
          </a:xfrm>
          <a:prstGeom prst="rect">
            <a:avLst/>
          </a:prstGeom>
          <a:blipFill rotWithShape="0">
            <a:blip r:embed="rId6"/>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30" name=""/>
          <p:cNvSpPr/>
          <p:nvPr/>
        </p:nvSpPr>
        <p:spPr>
          <a:xfrm flipH="1" flipV="1">
            <a:off x="2194560" y="-2103120"/>
            <a:ext cx="457200" cy="2560320"/>
          </a:xfrm>
          <a:prstGeom prst="rect">
            <a:avLst/>
          </a:prstGeom>
          <a:blipFill rotWithShape="0">
            <a:blip r:embed="rId7"/>
            <a:srcRect/>
            <a:tile tx="0" ty="0" sx="74822" sy="74822" algn="ctr"/>
          </a:blip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31" name=""/>
          <p:cNvSpPr/>
          <p:nvPr/>
        </p:nvSpPr>
        <p:spPr>
          <a:xfrm flipH="1" flipV="1">
            <a:off x="274320" y="548640"/>
            <a:ext cx="128016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32" name=""/>
          <p:cNvSpPr/>
          <p:nvPr/>
        </p:nvSpPr>
        <p:spPr>
          <a:xfrm flipH="1" flipV="1">
            <a:off x="822960" y="36576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33" name=""/>
          <p:cNvSpPr/>
          <p:nvPr/>
        </p:nvSpPr>
        <p:spPr>
          <a:xfrm flipH="1" flipV="1">
            <a:off x="274320" y="182880"/>
            <a:ext cx="914400" cy="9144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34" name=""/>
          <p:cNvSpPr/>
          <p:nvPr/>
        </p:nvSpPr>
        <p:spPr>
          <a:xfrm>
            <a:off x="3474720" y="2560320"/>
            <a:ext cx="2743200" cy="2743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ffffff"/>
              </a:solidFill>
              <a:uFillTx/>
              <a:latin typeface="Noto Sans"/>
            </a:endParaRPr>
          </a:p>
        </p:txBody>
      </p:sp>
      <p:sp>
        <p:nvSpPr>
          <p:cNvPr id="335" name=""/>
          <p:cNvSpPr/>
          <p:nvPr/>
        </p:nvSpPr>
        <p:spPr>
          <a:xfrm flipH="1" flipV="1">
            <a:off x="914040" y="2835000"/>
            <a:ext cx="91440" cy="164592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endParaRPr b="0" lang="es-ES" sz="1800" strike="noStrike" u="none">
              <a:solidFill>
                <a:srgbClr val="000000"/>
              </a:solidFill>
              <a:uFillTx/>
              <a:latin typeface="Noto Sans"/>
            </a:endParaRPr>
          </a:p>
        </p:txBody>
      </p:sp>
      <p:sp>
        <p:nvSpPr>
          <p:cNvPr id="336"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fontScale="77500" lnSpcReduction="19999"/>
          </a:bodyPr>
          <a:p>
            <a:pPr indent="0" algn="ctr">
              <a:buNone/>
            </a:pPr>
            <a:r>
              <a:rPr b="1" lang="es-ES" sz="4400" strike="noStrike" u="wavyHeavy">
                <a:solidFill>
                  <a:srgbClr val="000000"/>
                </a:solidFill>
                <a:uFillTx/>
                <a:latin typeface="Noto Sans"/>
              </a:rPr>
              <a:t>Pulse para editar el formato del texto de título</a:t>
            </a:r>
            <a:endParaRPr b="1" lang="es-ES" sz="4400" strike="noStrike" u="wavyHeavy">
              <a:solidFill>
                <a:srgbClr val="000000"/>
              </a:solidFill>
              <a:uFillTx/>
              <a:latin typeface="Noto Sans"/>
            </a:endParaRPr>
          </a:p>
        </p:txBody>
      </p:sp>
      <p:sp>
        <p:nvSpPr>
          <p:cNvPr id="337" name="PlaceHolder 2"/>
          <p:cNvSpPr>
            <a:spLocks noGrp="1"/>
          </p:cNvSpPr>
          <p:nvPr>
            <p:ph type="body"/>
          </p:nvPr>
        </p:nvSpPr>
        <p:spPr>
          <a:xfrm>
            <a:off x="1260000" y="1800000"/>
            <a:ext cx="8280000" cy="328824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Pulse para editar el formato de texto del esquema</a:t>
            </a:r>
            <a:endParaRPr b="0" lang="es-E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s-ES" sz="2800" strike="noStrike" u="none">
                <a:solidFill>
                  <a:srgbClr val="000000"/>
                </a:solidFill>
                <a:uFillTx/>
                <a:latin typeface="Noto Sans"/>
              </a:rPr>
              <a:t>Segundo nivel del esquema</a:t>
            </a:r>
            <a:endParaRPr b="0" lang="es-E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s-ES" sz="2400" strike="noStrike" u="none">
                <a:solidFill>
                  <a:srgbClr val="000000"/>
                </a:solidFill>
                <a:uFillTx/>
                <a:latin typeface="Noto Sans"/>
              </a:rPr>
              <a:t>Tercer nivel del esquema</a:t>
            </a:r>
            <a:endParaRPr b="0" lang="es-E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s-ES" sz="2000" strike="noStrike" u="none">
                <a:solidFill>
                  <a:srgbClr val="000000"/>
                </a:solidFill>
                <a:uFillTx/>
                <a:latin typeface="Noto Sans"/>
              </a:rPr>
              <a:t>Cuarto nivel del esquema</a:t>
            </a:r>
            <a:endParaRPr b="0" lang="es-E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Quinto nivel del esquema</a:t>
            </a:r>
            <a:endParaRPr b="0" lang="es-E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Sexto nivel del esquema</a:t>
            </a:r>
            <a:endParaRPr b="0" lang="es-E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s-ES" sz="2000" strike="noStrike" u="none">
                <a:solidFill>
                  <a:srgbClr val="000000"/>
                </a:solidFill>
                <a:uFillTx/>
                <a:latin typeface="Noto Sans"/>
              </a:rPr>
              <a:t>Séptimo nivel del esquema</a:t>
            </a:r>
            <a:endParaRPr b="0" lang="es-ES" sz="2000" strike="noStrike" u="none">
              <a:solidFill>
                <a:srgbClr val="000000"/>
              </a:solidFill>
              <a:uFillTx/>
              <a:latin typeface="Noto Sans"/>
            </a:endParaRPr>
          </a:p>
        </p:txBody>
      </p:sp>
      <p:sp>
        <p:nvSpPr>
          <p:cNvPr id="338" name="PlaceHolder 3"/>
          <p:cNvSpPr>
            <a:spLocks noGrp="1"/>
          </p:cNvSpPr>
          <p:nvPr>
            <p:ph type="dt" idx="43"/>
          </p:nvPr>
        </p:nvSpPr>
        <p:spPr>
          <a:xfrm>
            <a:off x="468000" y="5166000"/>
            <a:ext cx="2348280" cy="390600"/>
          </a:xfrm>
          <a:prstGeom prst="rect">
            <a:avLst/>
          </a:prstGeom>
          <a:noFill/>
          <a:ln w="0">
            <a:noFill/>
          </a:ln>
        </p:spPr>
        <p:txBody>
          <a:bodyPr lIns="0" rIns="0" tIns="0" bIns="0" anchor="b">
            <a:noAutofit/>
          </a:bodyPr>
          <a:lstStyle>
            <a:lvl1pPr indent="0">
              <a:buNone/>
              <a:defRPr b="0" lang="es-ES" sz="1400" strike="noStrike" u="none">
                <a:solidFill>
                  <a:srgbClr val="000000"/>
                </a:solidFill>
                <a:uFillTx/>
                <a:latin typeface="Noto Sans"/>
              </a:defRPr>
            </a:lvl1pPr>
          </a:lstStyle>
          <a:p>
            <a:pPr indent="0">
              <a:buNone/>
            </a:pPr>
            <a:r>
              <a:rPr b="0" lang="es-ES" sz="1400" strike="noStrike" u="none">
                <a:solidFill>
                  <a:srgbClr val="000000"/>
                </a:solidFill>
                <a:uFillTx/>
                <a:latin typeface="Noto Sans"/>
              </a:rPr>
              <a:t>&lt;fecha/hora&gt;</a:t>
            </a:r>
            <a:endParaRPr b="0" lang="es-ES" sz="1400" strike="noStrike" u="none">
              <a:solidFill>
                <a:srgbClr val="000000"/>
              </a:solidFill>
              <a:uFillTx/>
              <a:latin typeface="Noto Sans"/>
            </a:endParaRPr>
          </a:p>
        </p:txBody>
      </p:sp>
      <p:sp>
        <p:nvSpPr>
          <p:cNvPr id="339" name="PlaceHolder 4"/>
          <p:cNvSpPr>
            <a:spLocks noGrp="1"/>
          </p:cNvSpPr>
          <p:nvPr>
            <p:ph type="ftr" idx="44"/>
          </p:nvPr>
        </p:nvSpPr>
        <p:spPr>
          <a:xfrm>
            <a:off x="3442680" y="5166000"/>
            <a:ext cx="3195000" cy="390600"/>
          </a:xfrm>
          <a:prstGeom prst="rect">
            <a:avLst/>
          </a:prstGeom>
          <a:noFill/>
          <a:ln w="0">
            <a:noFill/>
          </a:ln>
        </p:spPr>
        <p:txBody>
          <a:bodyPr lIns="0" rIns="0" tIns="0" bIns="0" anchor="b">
            <a:noAutofit/>
          </a:bodyPr>
          <a:lstStyle>
            <a:lvl1pPr indent="0" algn="ctr">
              <a:buNone/>
              <a:defRPr b="0" lang="es-ES" sz="1400" strike="noStrike" u="none">
                <a:solidFill>
                  <a:srgbClr val="000000"/>
                </a:solidFill>
                <a:uFillTx/>
                <a:latin typeface="Noto Sans"/>
              </a:defRPr>
            </a:lvl1pPr>
          </a:lstStyle>
          <a:p>
            <a:pPr indent="0" algn="ctr">
              <a:buNone/>
            </a:pPr>
            <a:r>
              <a:rPr b="0" lang="es-ES" sz="1400" strike="noStrike" u="none">
                <a:solidFill>
                  <a:srgbClr val="000000"/>
                </a:solidFill>
                <a:uFillTx/>
                <a:latin typeface="Noto Sans"/>
              </a:rPr>
              <a:t>&lt;pie de página&gt;</a:t>
            </a:r>
            <a:endParaRPr b="0" lang="es-ES" sz="1400" strike="noStrike" u="none">
              <a:solidFill>
                <a:srgbClr val="000000"/>
              </a:solidFill>
              <a:uFillTx/>
              <a:latin typeface="Noto Sans"/>
            </a:endParaRPr>
          </a:p>
        </p:txBody>
      </p:sp>
      <p:sp>
        <p:nvSpPr>
          <p:cNvPr id="340" name="PlaceHolder 5"/>
          <p:cNvSpPr>
            <a:spLocks noGrp="1"/>
          </p:cNvSpPr>
          <p:nvPr>
            <p:ph type="sldNum" idx="45"/>
          </p:nvPr>
        </p:nvSpPr>
        <p:spPr>
          <a:xfrm>
            <a:off x="7227360" y="5166000"/>
            <a:ext cx="2348280" cy="390600"/>
          </a:xfrm>
          <a:prstGeom prst="rect">
            <a:avLst/>
          </a:prstGeom>
          <a:noFill/>
          <a:ln w="0">
            <a:noFill/>
          </a:ln>
        </p:spPr>
        <p:txBody>
          <a:bodyPr lIns="0" rIns="0" tIns="0" bIns="0" anchor="b">
            <a:noAutofit/>
          </a:bodyPr>
          <a:lstStyle>
            <a:lvl1pPr indent="0" algn="r">
              <a:buNone/>
              <a:defRPr b="0" lang="es-ES" sz="1400" strike="noStrike" u="none">
                <a:solidFill>
                  <a:srgbClr val="000000"/>
                </a:solidFill>
                <a:uFillTx/>
                <a:latin typeface="Noto Sans"/>
              </a:defRPr>
            </a:lvl1pPr>
          </a:lstStyle>
          <a:p>
            <a:pPr indent="0" algn="r">
              <a:buNone/>
            </a:pPr>
            <a:fld id="{A22FC2F8-98B1-47A6-A748-D5A18B892BCA}" type="slidenum">
              <a:rPr b="0" lang="es-ES" sz="1400" strike="noStrike" u="none">
                <a:solidFill>
                  <a:srgbClr val="000000"/>
                </a:solidFill>
                <a:uFillTx/>
                <a:latin typeface="Noto Sans"/>
              </a:rPr>
              <a:t>&lt;número&gt;</a:t>
            </a:fld>
            <a:endParaRPr b="0" lang="es-E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80" r:id="rId8"/>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360000" y="4233600"/>
            <a:ext cx="7020000" cy="756000"/>
          </a:xfrm>
          <a:prstGeom prst="rect">
            <a:avLst/>
          </a:prstGeom>
          <a:noFill/>
          <a:ln w="0">
            <a:noFill/>
          </a:ln>
        </p:spPr>
        <p:txBody>
          <a:bodyPr lIns="0" rIns="0" tIns="0" bIns="0" anchor="ctr">
            <a:normAutofit fontScale="55000" lnSpcReduction="19999"/>
          </a:bodyPr>
          <a:p>
            <a:pPr indent="0" algn="r">
              <a:buNone/>
            </a:pPr>
            <a:r>
              <a:rPr b="1" lang="es-ES" sz="4400" strike="noStrike" u="none">
                <a:solidFill>
                  <a:srgbClr val="000000"/>
                </a:solidFill>
                <a:uFillTx/>
                <a:latin typeface="Noto Sans"/>
              </a:rPr>
              <a:t>Reto 9: Ransomware AES-CTR con servidor Flask integrado</a:t>
            </a:r>
            <a:endParaRPr b="1" lang="es-ES" sz="4400" strike="noStrike" u="none">
              <a:solidFill>
                <a:srgbClr val="000000"/>
              </a:solidFill>
              <a:uFillTx/>
              <a:latin typeface="Noto Sans"/>
            </a:endParaRPr>
          </a:p>
        </p:txBody>
      </p:sp>
      <p:sp>
        <p:nvSpPr>
          <p:cNvPr id="344" name="PlaceHolder 2"/>
          <p:cNvSpPr>
            <a:spLocks noGrp="1"/>
          </p:cNvSpPr>
          <p:nvPr>
            <p:ph type="subTitle"/>
          </p:nvPr>
        </p:nvSpPr>
        <p:spPr>
          <a:xfrm>
            <a:off x="360000" y="5091120"/>
            <a:ext cx="7020000" cy="360000"/>
          </a:xfrm>
          <a:prstGeom prst="rect">
            <a:avLst/>
          </a:prstGeom>
          <a:noFill/>
          <a:ln w="0">
            <a:noFill/>
          </a:ln>
        </p:spPr>
        <p:txBody>
          <a:bodyPr lIns="0" rIns="0" tIns="0" bIns="0" anchor="ctr">
            <a:normAutofit fontScale="25000" lnSpcReduction="19999"/>
          </a:bodyPr>
          <a:p>
            <a:pPr indent="0" algn="r">
              <a:buNone/>
            </a:pPr>
            <a:r>
              <a:rPr b="0" lang="es-ES" sz="3200" strike="noStrike" u="none">
                <a:solidFill>
                  <a:srgbClr val="000000"/>
                </a:solidFill>
                <a:uFillTx/>
                <a:latin typeface="Noto Sans"/>
              </a:rPr>
              <a:t>Carlos Martín Rodríguez</a:t>
            </a:r>
            <a:endParaRPr b="0" lang="es-ES" sz="3200" strike="noStrike" u="none">
              <a:solidFill>
                <a:srgbClr val="000000"/>
              </a:solidFill>
              <a:uFillTx/>
              <a:latin typeface="Noto Sans"/>
            </a:endParaRPr>
          </a:p>
          <a:p>
            <a:pPr indent="0" algn="r">
              <a:buNone/>
            </a:pPr>
            <a:r>
              <a:rPr b="0" lang="es-ES" sz="3200" strike="noStrike" u="none">
                <a:solidFill>
                  <a:srgbClr val="000000"/>
                </a:solidFill>
                <a:uFillTx/>
                <a:latin typeface="Noto Sans"/>
              </a:rPr>
              <a:t>Almudena Hernandez Serrano</a:t>
            </a:r>
            <a:endParaRPr b="0" lang="es-ES" sz="3200" strike="noStrike" u="none">
              <a:solidFill>
                <a:srgbClr val="000000"/>
              </a:solidFill>
              <a:uFillTx/>
              <a:latin typeface="Noto Sans"/>
            </a:endParaRPr>
          </a:p>
          <a:p>
            <a:pPr indent="0" algn="r">
              <a:buNone/>
            </a:pPr>
            <a:r>
              <a:rPr b="0" lang="es-ES" sz="3200" strike="noStrike" u="none">
                <a:solidFill>
                  <a:srgbClr val="000000"/>
                </a:solidFill>
                <a:uFillTx/>
                <a:latin typeface="Noto Sans"/>
              </a:rPr>
              <a:t>Daniel Goter</a:t>
            </a:r>
            <a:endParaRPr b="0" lang="es-ES" sz="3200" strike="noStrike" u="none">
              <a:solidFill>
                <a:srgbClr val="000000"/>
              </a:solidFill>
              <a:uFillTx/>
              <a:latin typeface="Noto Sans"/>
            </a:endParaRPr>
          </a:p>
          <a:p>
            <a:pPr indent="0" algn="r">
              <a:buNone/>
            </a:pPr>
            <a:r>
              <a:rPr b="0" lang="es-ES" sz="3200" strike="noStrike" u="none">
                <a:solidFill>
                  <a:srgbClr val="000000"/>
                </a:solidFill>
                <a:uFillTx/>
                <a:latin typeface="Noto Sans"/>
              </a:rPr>
              <a:t>Paulo Blas Heredia</a:t>
            </a:r>
            <a:endParaRPr b="0" lang="es-ES" sz="3200" strike="noStrike" u="none">
              <a:solidFill>
                <a:srgbClr val="000000"/>
              </a:solidFill>
              <a:uFillTx/>
              <a:latin typeface="Noto Sans"/>
            </a:endParaRPr>
          </a:p>
        </p:txBody>
      </p:sp>
      <p:sp>
        <p:nvSpPr>
          <p:cNvPr id="4" name="PlaceHolder 3"/>
          <p:cNvSpPr>
            <a:spLocks noGrp="1"/>
          </p:cNvSpPr>
          <p:nvPr>
            <p:ph type="dt" idx="1"/>
          </p:nvPr>
        </p:nvSpPr>
        <p:spPr/>
        <p:txBody>
          <a:bodyPr/>
          <a:p>
            <a:fld id="{68E51B87-CE1E-43CE-9F6A-C44263FFA4B8}" type="datetime1">
              <a:rPr lang="es-ES"/>
              <a:t>05/06/25</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r>
              <a:rPr b="1" lang="es-ES" sz="4400" strike="noStrike" u="wavyHeavy">
                <a:solidFill>
                  <a:srgbClr val="000000"/>
                </a:solidFill>
                <a:uFillTx/>
                <a:latin typeface="Noto Sans"/>
              </a:rPr>
              <a:t>Sinopsis</a:t>
            </a:r>
            <a:endParaRPr b="1" lang="es-ES" sz="4400" strike="noStrike" u="wavyHeavy">
              <a:solidFill>
                <a:srgbClr val="000000"/>
              </a:solidFill>
              <a:uFillTx/>
              <a:latin typeface="Noto Sans"/>
            </a:endParaRPr>
          </a:p>
        </p:txBody>
      </p:sp>
      <p:sp>
        <p:nvSpPr>
          <p:cNvPr id="346" name="PlaceHolder 2"/>
          <p:cNvSpPr>
            <a:spLocks noGrp="1"/>
          </p:cNvSpPr>
          <p:nvPr>
            <p:ph/>
          </p:nvPr>
        </p:nvSpPr>
        <p:spPr>
          <a:xfrm>
            <a:off x="1260000" y="1800000"/>
            <a:ext cx="8280000" cy="3288240"/>
          </a:xfrm>
          <a:prstGeom prst="rect">
            <a:avLst/>
          </a:prstGeom>
          <a:noFill/>
          <a:ln w="0">
            <a:noFill/>
          </a:ln>
        </p:spPr>
        <p:txBody>
          <a:bodyPr lIns="0" rIns="0" tIns="0" bIns="0" anchor="t">
            <a:normAutofit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Un Ransomware es un programa malicioso que restringe el acceso a determinadas partes de un sistema operativo mediante la cifra masiva de archivos, pidiéndose un rescate por la clave en cuestión.</a:t>
            </a:r>
            <a:endParaRPr b="0" lang="es-ES" sz="3200" strike="noStrike" u="none">
              <a:solidFill>
                <a:srgbClr val="000000"/>
              </a:solidFill>
              <a:uFillTx/>
              <a:latin typeface="Noto Sans"/>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title"/>
          </p:nvPr>
        </p:nvSpPr>
        <p:spPr>
          <a:xfrm>
            <a:off x="468000" y="108000"/>
            <a:ext cx="9072000" cy="946440"/>
          </a:xfrm>
          <a:prstGeom prst="rect">
            <a:avLst/>
          </a:prstGeom>
          <a:noFill/>
          <a:ln w="0">
            <a:noFill/>
          </a:ln>
        </p:spPr>
        <p:txBody>
          <a:bodyPr lIns="0" rIns="0" tIns="0" bIns="0" anchor="ctr">
            <a:normAutofit/>
          </a:bodyPr>
          <a:p>
            <a:pPr indent="0" algn="ctr">
              <a:buNone/>
            </a:pPr>
            <a:r>
              <a:rPr b="1" lang="es-ES" sz="4400" strike="noStrike" u="none">
                <a:solidFill>
                  <a:srgbClr val="000000"/>
                </a:solidFill>
                <a:uFillTx/>
                <a:latin typeface="Noto Sans"/>
              </a:rPr>
              <a:t>Funcionamiento Básico</a:t>
            </a:r>
            <a:endParaRPr b="1" lang="es-ES" sz="4400" strike="noStrike" u="none">
              <a:solidFill>
                <a:srgbClr val="000000"/>
              </a:solidFill>
              <a:uFillTx/>
              <a:latin typeface="Noto Sans"/>
            </a:endParaRPr>
          </a:p>
        </p:txBody>
      </p:sp>
      <p:sp>
        <p:nvSpPr>
          <p:cNvPr id="348" name="PlaceHolder 2"/>
          <p:cNvSpPr>
            <a:spLocks noGrp="1"/>
          </p:cNvSpPr>
          <p:nvPr>
            <p:ph/>
          </p:nvPr>
        </p:nvSpPr>
        <p:spPr>
          <a:xfrm>
            <a:off x="468000" y="1080000"/>
            <a:ext cx="3132000" cy="4320000"/>
          </a:xfrm>
          <a:prstGeom prst="rect">
            <a:avLst/>
          </a:prstGeom>
          <a:noFill/>
          <a:ln w="0">
            <a:noFill/>
          </a:ln>
        </p:spPr>
        <p:txBody>
          <a:bodyPr lIns="0" rIns="0" tIns="0" bIns="0" anchor="t">
            <a:normAutofit fontScale="925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El software desarrollado toma como base los materiales ofrecidos en clase y expande sobre ellos.</a:t>
            </a:r>
            <a:endParaRPr b="0" lang="es-ES" sz="3200" strike="noStrike" u="none">
              <a:solidFill>
                <a:srgbClr val="000000"/>
              </a:solidFill>
              <a:uFillTx/>
              <a:latin typeface="Noto Sans"/>
            </a:endParaRPr>
          </a:p>
        </p:txBody>
      </p:sp>
      <p:sp>
        <p:nvSpPr>
          <p:cNvPr id="349" name="PlaceHolder 3"/>
          <p:cNvSpPr>
            <a:spLocks noGrp="1"/>
          </p:cNvSpPr>
          <p:nvPr>
            <p:ph/>
          </p:nvPr>
        </p:nvSpPr>
        <p:spPr>
          <a:xfrm>
            <a:off x="6408000" y="1080000"/>
            <a:ext cx="3132000" cy="4320000"/>
          </a:xfrm>
          <a:prstGeom prst="rect">
            <a:avLst/>
          </a:prstGeom>
          <a:noFill/>
          <a:ln w="0">
            <a:noFill/>
          </a:ln>
        </p:spPr>
        <p:txBody>
          <a:bodyPr lIns="0" rIns="0" tIns="0" bIns="0" anchor="t">
            <a:normAutofit fontScale="85000" lnSpcReduction="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Al momento de generar la clave de cifra, esta se envía a otro equipo remoto, el cual actúa como servidor gracias al framework de Flask.</a:t>
            </a:r>
            <a:endParaRPr b="0" lang="es-ES" sz="3200" strike="noStrike" u="none">
              <a:solidFill>
                <a:srgbClr val="000000"/>
              </a:solidFill>
              <a:uFillTx/>
              <a:latin typeface="Noto San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
          <p:cNvSpPr txBox="1"/>
          <p:nvPr/>
        </p:nvSpPr>
        <p:spPr>
          <a:xfrm>
            <a:off x="496080" y="576000"/>
            <a:ext cx="1097280" cy="1129680"/>
          </a:xfrm>
          <a:prstGeom prst="rect">
            <a:avLst/>
          </a:prstGeom>
          <a:noFill/>
          <a:ln w="0">
            <a:noFill/>
          </a:ln>
        </p:spPr>
        <p:txBody>
          <a:bodyPr lIns="90000" rIns="90000" tIns="45000" bIns="45000" anchor="t">
            <a:noAutofit/>
          </a:bodyPr>
          <a:p>
            <a:r>
              <a:rPr b="0" lang="es-ES" sz="6000" strike="noStrike" u="none">
                <a:solidFill>
                  <a:srgbClr val="000000"/>
                </a:solidFill>
                <a:uFillTx/>
                <a:latin typeface="Noto Sans"/>
              </a:rPr>
              <a:t>01</a:t>
            </a:r>
            <a:endParaRPr b="0" lang="es-ES" sz="6000" strike="noStrike" u="none">
              <a:solidFill>
                <a:srgbClr val="000000"/>
              </a:solidFill>
              <a:uFillTx/>
              <a:latin typeface="Noto Sans"/>
            </a:endParaRPr>
          </a:p>
        </p:txBody>
      </p:sp>
      <p:sp>
        <p:nvSpPr>
          <p:cNvPr id="351" name=""/>
          <p:cNvSpPr txBox="1"/>
          <p:nvPr/>
        </p:nvSpPr>
        <p:spPr>
          <a:xfrm>
            <a:off x="2124000" y="3078720"/>
            <a:ext cx="1097280" cy="1129680"/>
          </a:xfrm>
          <a:prstGeom prst="rect">
            <a:avLst/>
          </a:prstGeom>
          <a:noFill/>
          <a:ln w="0">
            <a:noFill/>
          </a:ln>
        </p:spPr>
        <p:txBody>
          <a:bodyPr lIns="90000" rIns="90000" tIns="45000" bIns="45000" anchor="t">
            <a:noAutofit/>
          </a:bodyPr>
          <a:p>
            <a:r>
              <a:rPr b="0" lang="es-ES" sz="6000" strike="noStrike" u="none">
                <a:solidFill>
                  <a:srgbClr val="000000"/>
                </a:solidFill>
                <a:uFillTx/>
                <a:latin typeface="Noto Sans"/>
              </a:rPr>
              <a:t>02</a:t>
            </a:r>
            <a:endParaRPr b="0" lang="es-ES" sz="6000" strike="noStrike" u="none">
              <a:solidFill>
                <a:srgbClr val="000000"/>
              </a:solidFill>
              <a:uFillTx/>
              <a:latin typeface="Noto Sans"/>
            </a:endParaRPr>
          </a:p>
        </p:txBody>
      </p:sp>
      <p:sp>
        <p:nvSpPr>
          <p:cNvPr id="352" name=""/>
          <p:cNvSpPr txBox="1"/>
          <p:nvPr/>
        </p:nvSpPr>
        <p:spPr>
          <a:xfrm>
            <a:off x="4610880" y="576000"/>
            <a:ext cx="1097280" cy="1129680"/>
          </a:xfrm>
          <a:prstGeom prst="rect">
            <a:avLst/>
          </a:prstGeom>
          <a:noFill/>
          <a:ln w="0">
            <a:noFill/>
          </a:ln>
        </p:spPr>
        <p:txBody>
          <a:bodyPr lIns="90000" rIns="90000" tIns="45000" bIns="45000" anchor="t">
            <a:noAutofit/>
          </a:bodyPr>
          <a:p>
            <a:r>
              <a:rPr b="0" lang="es-ES" sz="6000" strike="noStrike" u="none">
                <a:solidFill>
                  <a:srgbClr val="000000"/>
                </a:solidFill>
                <a:uFillTx/>
                <a:latin typeface="Noto Sans"/>
              </a:rPr>
              <a:t>03</a:t>
            </a:r>
            <a:endParaRPr b="0" lang="es-ES" sz="6000" strike="noStrike" u="none">
              <a:solidFill>
                <a:srgbClr val="000000"/>
              </a:solidFill>
              <a:uFillTx/>
              <a:latin typeface="Noto Sans"/>
            </a:endParaRPr>
          </a:p>
        </p:txBody>
      </p:sp>
      <p:sp>
        <p:nvSpPr>
          <p:cNvPr id="353" name=""/>
          <p:cNvSpPr txBox="1"/>
          <p:nvPr/>
        </p:nvSpPr>
        <p:spPr>
          <a:xfrm>
            <a:off x="6660000" y="3204000"/>
            <a:ext cx="1097280" cy="1129680"/>
          </a:xfrm>
          <a:prstGeom prst="rect">
            <a:avLst/>
          </a:prstGeom>
          <a:noFill/>
          <a:ln w="0">
            <a:noFill/>
          </a:ln>
        </p:spPr>
        <p:txBody>
          <a:bodyPr lIns="90000" rIns="90000" tIns="45000" bIns="45000" anchor="t">
            <a:noAutofit/>
          </a:bodyPr>
          <a:p>
            <a:r>
              <a:rPr b="0" lang="es-ES" sz="6000" strike="noStrike" u="none">
                <a:solidFill>
                  <a:srgbClr val="000000"/>
                </a:solidFill>
                <a:uFillTx/>
                <a:latin typeface="Noto Sans"/>
              </a:rPr>
              <a:t>04</a:t>
            </a:r>
            <a:endParaRPr b="0" lang="es-ES" sz="6000" strike="noStrike" u="none">
              <a:solidFill>
                <a:srgbClr val="000000"/>
              </a:solidFill>
              <a:uFillTx/>
              <a:latin typeface="Noto Sans"/>
            </a:endParaRPr>
          </a:p>
        </p:txBody>
      </p:sp>
      <p:sp>
        <p:nvSpPr>
          <p:cNvPr id="354" name="PlaceHolder 1"/>
          <p:cNvSpPr>
            <a:spLocks noGrp="1"/>
          </p:cNvSpPr>
          <p:nvPr>
            <p:ph type="title"/>
          </p:nvPr>
        </p:nvSpPr>
        <p:spPr>
          <a:xfrm>
            <a:off x="468000" y="144000"/>
            <a:ext cx="9072000" cy="756000"/>
          </a:xfrm>
          <a:prstGeom prst="rect">
            <a:avLst/>
          </a:prstGeom>
          <a:noFill/>
          <a:ln w="0">
            <a:noFill/>
          </a:ln>
        </p:spPr>
        <p:txBody>
          <a:bodyPr lIns="0" rIns="0" tIns="0" bIns="0" anchor="ctr">
            <a:normAutofit lnSpcReduction="9999"/>
          </a:bodyPr>
          <a:p>
            <a:pPr indent="0" algn="ctr">
              <a:buNone/>
            </a:pPr>
            <a:r>
              <a:rPr b="1" lang="es-ES" sz="4400" strike="noStrike" u="none">
                <a:solidFill>
                  <a:srgbClr val="000000"/>
                </a:solidFill>
                <a:uFillTx/>
                <a:latin typeface="Noto Sans"/>
              </a:rPr>
              <a:t>Diagrama de flujo</a:t>
            </a:r>
            <a:endParaRPr b="1" lang="es-ES" sz="4400" strike="noStrike" u="none">
              <a:solidFill>
                <a:srgbClr val="000000"/>
              </a:solidFill>
              <a:uFillTx/>
              <a:latin typeface="Noto Sans"/>
            </a:endParaRPr>
          </a:p>
        </p:txBody>
      </p:sp>
      <p:sp>
        <p:nvSpPr>
          <p:cNvPr id="355" name="PlaceHolder 2"/>
          <p:cNvSpPr>
            <a:spLocks noGrp="1"/>
          </p:cNvSpPr>
          <p:nvPr>
            <p:ph/>
          </p:nvPr>
        </p:nvSpPr>
        <p:spPr>
          <a:xfrm>
            <a:off x="954000" y="1512000"/>
            <a:ext cx="3420000" cy="1332000"/>
          </a:xfrm>
          <a:prstGeom prst="rect">
            <a:avLst/>
          </a:prstGeom>
          <a:noFill/>
          <a:ln w="0">
            <a:noFill/>
          </a:ln>
        </p:spPr>
        <p:txBody>
          <a:bodyPr lIns="0" rIns="0" tIns="0" bIns="0" anchor="t">
            <a:normAutofit fontScale="47500" lnSpcReduction="1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Generación de la clave AES y del valor inicial del contador, pues este es necesario para descifrar cuando AES trabaja en modo contador.</a:t>
            </a:r>
            <a:endParaRPr b="0" lang="es-ES" sz="3200" strike="noStrike" u="none">
              <a:solidFill>
                <a:srgbClr val="000000"/>
              </a:solidFill>
              <a:uFillTx/>
              <a:latin typeface="Noto Sans"/>
            </a:endParaRPr>
          </a:p>
        </p:txBody>
      </p:sp>
      <p:sp>
        <p:nvSpPr>
          <p:cNvPr id="356" name="PlaceHolder 3"/>
          <p:cNvSpPr>
            <a:spLocks noGrp="1"/>
          </p:cNvSpPr>
          <p:nvPr>
            <p:ph/>
          </p:nvPr>
        </p:nvSpPr>
        <p:spPr>
          <a:xfrm>
            <a:off x="5076000" y="1512000"/>
            <a:ext cx="3420000" cy="1332000"/>
          </a:xfrm>
          <a:prstGeom prst="rect">
            <a:avLst/>
          </a:prstGeom>
          <a:noFill/>
          <a:ln w="0">
            <a:noFill/>
          </a:ln>
        </p:spPr>
        <p:txBody>
          <a:bodyPr lIns="0" rIns="0" tIns="0" bIns="0" anchor="t">
            <a:normAutofit fontScale="40000" lnSpcReduction="1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Se procede a cifrar todos los archivos de la carpeta elegida. Al finalizar se mostrará un mensaje el cual usará el atacante para pedir el rescate. Este mensaje se guardará en un archivo de texto para su posterior lectura.</a:t>
            </a:r>
            <a:endParaRPr b="0" lang="es-ES" sz="3200" strike="noStrike" u="none">
              <a:solidFill>
                <a:srgbClr val="000000"/>
              </a:solidFill>
              <a:uFillTx/>
              <a:latin typeface="Noto Sans"/>
            </a:endParaRPr>
          </a:p>
        </p:txBody>
      </p:sp>
      <p:sp>
        <p:nvSpPr>
          <p:cNvPr id="357" name="PlaceHolder 4"/>
          <p:cNvSpPr>
            <a:spLocks noGrp="1"/>
          </p:cNvSpPr>
          <p:nvPr>
            <p:ph/>
          </p:nvPr>
        </p:nvSpPr>
        <p:spPr>
          <a:xfrm>
            <a:off x="2484000" y="4140000"/>
            <a:ext cx="3420000" cy="1332000"/>
          </a:xfrm>
          <a:prstGeom prst="rect">
            <a:avLst/>
          </a:prstGeom>
          <a:noFill/>
          <a:ln w="0">
            <a:noFill/>
          </a:ln>
        </p:spPr>
        <p:txBody>
          <a:bodyPr lIns="0" rIns="0" tIns="0" bIns="0" anchor="t">
            <a:normAutofit fontScale="55000" lnSpcReduction="1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Envío de la clave y el valor del contador a la dirección del equipo “Atacante”, el cual los guardará en un archivo de texto.</a:t>
            </a:r>
            <a:endParaRPr b="0" lang="es-ES" sz="3200" strike="noStrike" u="none">
              <a:solidFill>
                <a:srgbClr val="000000"/>
              </a:solidFill>
              <a:uFillTx/>
              <a:latin typeface="Noto Sans"/>
            </a:endParaRPr>
          </a:p>
        </p:txBody>
      </p:sp>
      <p:sp>
        <p:nvSpPr>
          <p:cNvPr id="358" name="PlaceHolder 5"/>
          <p:cNvSpPr>
            <a:spLocks noGrp="1"/>
          </p:cNvSpPr>
          <p:nvPr>
            <p:ph/>
          </p:nvPr>
        </p:nvSpPr>
        <p:spPr>
          <a:xfrm>
            <a:off x="6480000" y="4140000"/>
            <a:ext cx="3420000" cy="1332000"/>
          </a:xfrm>
          <a:prstGeom prst="rect">
            <a:avLst/>
          </a:prstGeom>
          <a:noFill/>
          <a:ln w="0">
            <a:noFill/>
          </a:ln>
        </p:spPr>
        <p:txBody>
          <a:bodyPr lIns="0" rIns="0" tIns="0" bIns="0" anchor="t">
            <a:normAutofit fontScale="55000" lnSpcReduction="1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Descifrado de la carpeta. Una vez la víctima recupere las claves estas se volverán a pasar por el programa para descifrar la carpeta.</a:t>
            </a:r>
            <a:endParaRPr b="0" lang="es-ES" sz="3200" strike="noStrike" u="none">
              <a:solidFill>
                <a:srgbClr val="000000"/>
              </a:solidFill>
              <a:uFillTx/>
              <a:latin typeface="Noto Sans"/>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title"/>
          </p:nvPr>
        </p:nvSpPr>
        <p:spPr>
          <a:xfrm>
            <a:off x="468000" y="468000"/>
            <a:ext cx="9072000" cy="946440"/>
          </a:xfrm>
          <a:prstGeom prst="rect">
            <a:avLst/>
          </a:prstGeom>
          <a:noFill/>
          <a:ln w="0">
            <a:noFill/>
          </a:ln>
        </p:spPr>
        <p:txBody>
          <a:bodyPr lIns="0" rIns="0" tIns="0" bIns="0" anchor="ctr">
            <a:normAutofit/>
          </a:bodyPr>
          <a:p>
            <a:pPr indent="0" algn="ctr">
              <a:buNone/>
            </a:pPr>
            <a:r>
              <a:rPr b="1" lang="es-ES" sz="4400" strike="noStrike" u="none">
                <a:solidFill>
                  <a:srgbClr val="000000"/>
                </a:solidFill>
                <a:uFillTx/>
                <a:latin typeface="Noto Sans"/>
              </a:rPr>
              <a:t>Cómo Probar el Virus</a:t>
            </a:r>
            <a:endParaRPr b="1" lang="es-ES" sz="4400" strike="noStrike" u="none">
              <a:solidFill>
                <a:srgbClr val="000000"/>
              </a:solidFill>
              <a:uFillTx/>
              <a:latin typeface="Noto Sans"/>
            </a:endParaRPr>
          </a:p>
        </p:txBody>
      </p:sp>
      <p:sp>
        <p:nvSpPr>
          <p:cNvPr id="360" name="PlaceHolder 2"/>
          <p:cNvSpPr>
            <a:spLocks noGrp="1"/>
          </p:cNvSpPr>
          <p:nvPr>
            <p:ph/>
          </p:nvPr>
        </p:nvSpPr>
        <p:spPr>
          <a:xfrm>
            <a:off x="180000" y="1800000"/>
            <a:ext cx="3209040" cy="1568160"/>
          </a:xfrm>
          <a:prstGeom prst="rect">
            <a:avLst/>
          </a:prstGeom>
          <a:noFill/>
          <a:ln w="0">
            <a:noFill/>
          </a:ln>
        </p:spPr>
        <p:txBody>
          <a:bodyPr lIns="0" rIns="0" tIns="0" bIns="0" anchor="t">
            <a:normAutofit fontScale="70000" lnSpcReduction="1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Atacante: Usuario del servidor Flask, ejecutará “server.py” para poder recibir las claves.</a:t>
            </a:r>
            <a:endParaRPr b="0" lang="es-ES" sz="3200" strike="noStrike" u="none">
              <a:solidFill>
                <a:srgbClr val="000000"/>
              </a:solidFill>
              <a:uFillTx/>
              <a:latin typeface="Noto Sans"/>
            </a:endParaRPr>
          </a:p>
        </p:txBody>
      </p:sp>
      <p:sp>
        <p:nvSpPr>
          <p:cNvPr id="361" name="PlaceHolder 3"/>
          <p:cNvSpPr>
            <a:spLocks noGrp="1"/>
          </p:cNvSpPr>
          <p:nvPr>
            <p:ph/>
          </p:nvPr>
        </p:nvSpPr>
        <p:spPr>
          <a:xfrm>
            <a:off x="6300000" y="1800000"/>
            <a:ext cx="3600000" cy="1568160"/>
          </a:xfrm>
          <a:prstGeom prst="rect">
            <a:avLst/>
          </a:prstGeom>
          <a:noFill/>
          <a:ln w="0">
            <a:noFill/>
          </a:ln>
        </p:spPr>
        <p:txBody>
          <a:bodyPr lIns="0" rIns="0" tIns="0" bIns="0" anchor="t">
            <a:normAutofit fontScale="47500" lnSpcReduction="1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Víctima: dentro de la carpeta hay un archivo llamado “juego_pirata_gratis.bat”. Al pinchar sobre el se ejecutará el programa “ransomware.py” en modo “encryption”, iniciando el ataque</a:t>
            </a:r>
            <a:endParaRPr b="0" lang="es-ES" sz="3200" strike="noStrike" u="none">
              <a:solidFill>
                <a:srgbClr val="000000"/>
              </a:solidFill>
              <a:uFillTx/>
              <a:latin typeface="Noto Sans"/>
            </a:endParaRPr>
          </a:p>
        </p:txBody>
      </p:sp>
      <p:sp>
        <p:nvSpPr>
          <p:cNvPr id="362" name="PlaceHolder 4"/>
          <p:cNvSpPr>
            <a:spLocks noGrp="1"/>
          </p:cNvSpPr>
          <p:nvPr>
            <p:ph/>
          </p:nvPr>
        </p:nvSpPr>
        <p:spPr>
          <a:xfrm>
            <a:off x="180000" y="3517560"/>
            <a:ext cx="3355560" cy="1568160"/>
          </a:xfrm>
          <a:prstGeom prst="rect">
            <a:avLst/>
          </a:prstGeom>
          <a:noFill/>
          <a:ln w="0">
            <a:noFill/>
          </a:ln>
        </p:spPr>
        <p:txBody>
          <a:bodyPr lIns="0" rIns="0" tIns="0" bIns="0" anchor="t">
            <a:normAutofit fontScale="55000" lnSpcReduction="1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Las claves se almacenarán en un archivo de texto llamado “claves_recibidas.txt” (se crea al recibir una clave por primera vez)</a:t>
            </a:r>
            <a:endParaRPr b="0" lang="es-ES" sz="3200" strike="noStrike" u="none">
              <a:solidFill>
                <a:srgbClr val="000000"/>
              </a:solidFill>
              <a:uFillTx/>
              <a:latin typeface="Noto Sans"/>
            </a:endParaRPr>
          </a:p>
        </p:txBody>
      </p:sp>
      <p:sp>
        <p:nvSpPr>
          <p:cNvPr id="363" name="PlaceHolder 5"/>
          <p:cNvSpPr>
            <a:spLocks noGrp="1"/>
          </p:cNvSpPr>
          <p:nvPr>
            <p:ph/>
          </p:nvPr>
        </p:nvSpPr>
        <p:spPr>
          <a:xfrm>
            <a:off x="3535560" y="4011840"/>
            <a:ext cx="2921040" cy="156816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Para probar este programa necesitaremos dos equipos conectados a la misma red.</a:t>
            </a:r>
            <a:endParaRPr b="0" lang="es-ES" sz="3200" strike="noStrike" u="none">
              <a:solidFill>
                <a:srgbClr val="000000"/>
              </a:solidFill>
              <a:uFillTx/>
              <a:latin typeface="Noto Sans"/>
            </a:endParaRPr>
          </a:p>
        </p:txBody>
      </p:sp>
      <p:sp>
        <p:nvSpPr>
          <p:cNvPr id="364" name="PlaceHolder 6"/>
          <p:cNvSpPr>
            <a:spLocks noGrp="1"/>
          </p:cNvSpPr>
          <p:nvPr>
            <p:ph/>
          </p:nvPr>
        </p:nvSpPr>
        <p:spPr>
          <a:xfrm>
            <a:off x="6300000" y="3517560"/>
            <a:ext cx="3600000" cy="2062440"/>
          </a:xfrm>
          <a:prstGeom prst="rect">
            <a:avLst/>
          </a:prstGeom>
          <a:noFill/>
          <a:ln w="0">
            <a:noFill/>
          </a:ln>
        </p:spPr>
        <p:txBody>
          <a:bodyPr lIns="0" rIns="0" tIns="0" bIns="0" anchor="t">
            <a:normAutofit fontScale="47500" lnSpcReduction="19999"/>
          </a:bodyPr>
          <a:p>
            <a:pPr marL="432000" indent="-324000">
              <a:spcBef>
                <a:spcPts val="1417"/>
              </a:spcBef>
              <a:buClr>
                <a:srgbClr val="000000"/>
              </a:buClr>
              <a:buSzPct val="45000"/>
              <a:buFont typeface="Wingdings" charset="2"/>
              <a:buChar char=""/>
            </a:pPr>
            <a:r>
              <a:rPr b="0" lang="es-ES" sz="3200" strike="noStrike" u="none">
                <a:solidFill>
                  <a:srgbClr val="000000"/>
                </a:solidFill>
                <a:uFillTx/>
                <a:latin typeface="Noto Sans"/>
              </a:rPr>
              <a:t>Una vez tenga la clave, la víctima pinchará sobre el archivo “decryption.bat” el cual ejecuta “ransomware.py” en modo “decryption” y rellenará manualmente las credenciales que le pida, decodificando la carpeta al terminar.</a:t>
            </a:r>
            <a:endParaRPr b="0" lang="es-ES" sz="3200" strike="noStrike" u="none">
              <a:solidFill>
                <a:srgbClr val="000000"/>
              </a:solidFill>
              <a:uFillTx/>
              <a:latin typeface="Noto Sans"/>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r>
              <a:rPr b="1" lang="es-ES" sz="4400" strike="noStrike" u="wavyHeavy">
                <a:solidFill>
                  <a:srgbClr val="000000"/>
                </a:solidFill>
                <a:uFillTx/>
                <a:latin typeface="Noto Sans"/>
              </a:rPr>
              <a:t>Capturas de pantalla</a:t>
            </a:r>
            <a:endParaRPr b="1" lang="es-ES" sz="4400" strike="noStrike" u="wavyHeavy">
              <a:solidFill>
                <a:srgbClr val="000000"/>
              </a:solidFill>
              <a:uFillTx/>
              <a:latin typeface="Noto Sans"/>
            </a:endParaRPr>
          </a:p>
        </p:txBody>
      </p:sp>
      <p:pic>
        <p:nvPicPr>
          <p:cNvPr id="366" name="" descr=""/>
          <p:cNvPicPr/>
          <p:nvPr/>
        </p:nvPicPr>
        <p:blipFill>
          <a:blip r:embed="rId1"/>
          <a:stretch/>
        </p:blipFill>
        <p:spPr>
          <a:xfrm>
            <a:off x="1800000" y="1414440"/>
            <a:ext cx="6840000" cy="2608560"/>
          </a:xfrm>
          <a:prstGeom prst="rect">
            <a:avLst/>
          </a:prstGeom>
          <a:noFill/>
          <a:ln w="0">
            <a:noFill/>
          </a:ln>
        </p:spPr>
      </p:pic>
      <p:sp>
        <p:nvSpPr>
          <p:cNvPr id="367" name=""/>
          <p:cNvSpPr txBox="1"/>
          <p:nvPr/>
        </p:nvSpPr>
        <p:spPr>
          <a:xfrm>
            <a:off x="2724480" y="4023000"/>
            <a:ext cx="5015520" cy="401400"/>
          </a:xfrm>
          <a:prstGeom prst="rect">
            <a:avLst/>
          </a:prstGeom>
          <a:noFill/>
          <a:ln w="0">
            <a:noFill/>
          </a:ln>
        </p:spPr>
        <p:txBody>
          <a:bodyPr wrap="none" lIns="90000" rIns="90000" tIns="45000" bIns="45000" anchor="t">
            <a:noAutofit/>
          </a:bodyPr>
          <a:p>
            <a:r>
              <a:rPr b="0" lang="es-ES" sz="1800" strike="noStrike" u="none">
                <a:solidFill>
                  <a:srgbClr val="000000"/>
                </a:solidFill>
                <a:uFillTx/>
                <a:latin typeface="Noto Sans"/>
              </a:rPr>
              <a:t>Carpeta de la víctima antes de ser encriptada</a:t>
            </a:r>
            <a:endParaRPr b="0" lang="es-ES" sz="1800" strike="noStrike" u="none">
              <a:solidFill>
                <a:srgbClr val="000000"/>
              </a:solidFill>
              <a:uFillTx/>
              <a:latin typeface="Noto Sans"/>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r>
              <a:rPr b="1" lang="es-ES" sz="4400" strike="noStrike" u="wavyHeavy">
                <a:solidFill>
                  <a:srgbClr val="000000"/>
                </a:solidFill>
                <a:uFillTx/>
                <a:latin typeface="Noto Sans"/>
              </a:rPr>
              <a:t>Capturas de pantalla</a:t>
            </a:r>
            <a:endParaRPr b="1" lang="es-ES" sz="4400" strike="noStrike" u="wavyHeavy">
              <a:solidFill>
                <a:srgbClr val="000000"/>
              </a:solidFill>
              <a:uFillTx/>
              <a:latin typeface="Noto Sans"/>
            </a:endParaRPr>
          </a:p>
        </p:txBody>
      </p:sp>
      <p:pic>
        <p:nvPicPr>
          <p:cNvPr id="369" name="" descr=""/>
          <p:cNvPicPr/>
          <p:nvPr/>
        </p:nvPicPr>
        <p:blipFill>
          <a:blip r:embed="rId1"/>
          <a:stretch/>
        </p:blipFill>
        <p:spPr>
          <a:xfrm>
            <a:off x="2872080" y="1440000"/>
            <a:ext cx="4867920" cy="3420000"/>
          </a:xfrm>
          <a:prstGeom prst="rect">
            <a:avLst/>
          </a:prstGeom>
          <a:noFill/>
          <a:ln w="0">
            <a:noFill/>
          </a:ln>
        </p:spPr>
      </p:pic>
      <p:sp>
        <p:nvSpPr>
          <p:cNvPr id="370" name=""/>
          <p:cNvSpPr txBox="1"/>
          <p:nvPr/>
        </p:nvSpPr>
        <p:spPr>
          <a:xfrm>
            <a:off x="2882520" y="4869000"/>
            <a:ext cx="4677480" cy="351000"/>
          </a:xfrm>
          <a:prstGeom prst="rect">
            <a:avLst/>
          </a:prstGeom>
          <a:noFill/>
          <a:ln w="0">
            <a:noFill/>
          </a:ln>
        </p:spPr>
        <p:txBody>
          <a:bodyPr wrap="none" lIns="90000" rIns="90000" tIns="45000" bIns="45000" anchor="t">
            <a:noAutofit/>
          </a:bodyPr>
          <a:p>
            <a:r>
              <a:rPr b="0" lang="es-ES" sz="1500" strike="noStrike" u="none">
                <a:solidFill>
                  <a:srgbClr val="000000"/>
                </a:solidFill>
                <a:uFillTx/>
                <a:latin typeface="Noto Sans"/>
              </a:rPr>
              <a:t>Mensaje que aparece tras ejecutar el Ransomware</a:t>
            </a:r>
            <a:endParaRPr b="0" lang="es-ES" sz="1500" strike="noStrike" u="none">
              <a:solidFill>
                <a:srgbClr val="000000"/>
              </a:solidFill>
              <a:uFillTx/>
              <a:latin typeface="Noto Sans"/>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r>
              <a:rPr b="1" lang="es-ES" sz="4400" strike="noStrike" u="wavyHeavy">
                <a:solidFill>
                  <a:srgbClr val="000000"/>
                </a:solidFill>
                <a:uFillTx/>
                <a:latin typeface="Noto Sans"/>
              </a:rPr>
              <a:t>Capturas de pantalla</a:t>
            </a:r>
            <a:endParaRPr b="1" lang="es-ES" sz="4400" strike="noStrike" u="wavyHeavy">
              <a:solidFill>
                <a:srgbClr val="000000"/>
              </a:solidFill>
              <a:uFillTx/>
              <a:latin typeface="Noto Sans"/>
            </a:endParaRPr>
          </a:p>
        </p:txBody>
      </p:sp>
      <p:pic>
        <p:nvPicPr>
          <p:cNvPr id="372" name="" descr=""/>
          <p:cNvPicPr/>
          <p:nvPr/>
        </p:nvPicPr>
        <p:blipFill>
          <a:blip r:embed="rId1"/>
          <a:stretch/>
        </p:blipFill>
        <p:spPr>
          <a:xfrm>
            <a:off x="2160000" y="1406880"/>
            <a:ext cx="6427440" cy="2373120"/>
          </a:xfrm>
          <a:prstGeom prst="rect">
            <a:avLst/>
          </a:prstGeom>
          <a:noFill/>
          <a:ln w="0">
            <a:noFill/>
          </a:ln>
        </p:spPr>
      </p:pic>
      <p:sp>
        <p:nvSpPr>
          <p:cNvPr id="373" name=""/>
          <p:cNvSpPr txBox="1"/>
          <p:nvPr/>
        </p:nvSpPr>
        <p:spPr>
          <a:xfrm>
            <a:off x="2880000" y="3780000"/>
            <a:ext cx="4719600" cy="401400"/>
          </a:xfrm>
          <a:prstGeom prst="rect">
            <a:avLst/>
          </a:prstGeom>
          <a:noFill/>
          <a:ln w="0">
            <a:noFill/>
          </a:ln>
        </p:spPr>
        <p:txBody>
          <a:bodyPr wrap="none" lIns="90000" rIns="90000" tIns="45000" bIns="45000" anchor="t">
            <a:noAutofit/>
          </a:bodyPr>
          <a:p>
            <a:r>
              <a:rPr b="0" lang="es-ES" sz="1800" strike="noStrike" u="none">
                <a:solidFill>
                  <a:srgbClr val="000000"/>
                </a:solidFill>
                <a:uFillTx/>
                <a:latin typeface="Noto Sans"/>
              </a:rPr>
              <a:t>Archivos de la carpeta Víctima encriptados</a:t>
            </a:r>
            <a:endParaRPr b="0" lang="es-ES" sz="1800" strike="noStrike" u="none">
              <a:solidFill>
                <a:srgbClr val="000000"/>
              </a:solidFill>
              <a:uFillTx/>
              <a:latin typeface="Noto Sans"/>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title"/>
          </p:nvPr>
        </p:nvSpPr>
        <p:spPr>
          <a:xfrm>
            <a:off x="1260000" y="468000"/>
            <a:ext cx="8280000" cy="946440"/>
          </a:xfrm>
          <a:prstGeom prst="rect">
            <a:avLst/>
          </a:prstGeom>
          <a:noFill/>
          <a:ln w="0">
            <a:noFill/>
          </a:ln>
        </p:spPr>
        <p:txBody>
          <a:bodyPr lIns="0" rIns="0" tIns="0" bIns="0" anchor="ctr">
            <a:normAutofit/>
          </a:bodyPr>
          <a:p>
            <a:pPr indent="0" algn="ctr">
              <a:buNone/>
            </a:pPr>
            <a:r>
              <a:rPr b="1" lang="es-ES" sz="4400" strike="noStrike" u="wavyHeavy">
                <a:solidFill>
                  <a:srgbClr val="000000"/>
                </a:solidFill>
                <a:uFillTx/>
                <a:latin typeface="Noto Sans"/>
              </a:rPr>
              <a:t>Capturas de pantalla</a:t>
            </a:r>
            <a:endParaRPr b="1" lang="es-ES" sz="4400" strike="noStrike" u="wavyHeavy">
              <a:solidFill>
                <a:srgbClr val="000000"/>
              </a:solidFill>
              <a:uFillTx/>
              <a:latin typeface="Noto Sans"/>
            </a:endParaRPr>
          </a:p>
        </p:txBody>
      </p:sp>
      <p:pic>
        <p:nvPicPr>
          <p:cNvPr id="375" name="" descr=""/>
          <p:cNvPicPr/>
          <p:nvPr/>
        </p:nvPicPr>
        <p:blipFill>
          <a:blip r:embed="rId1"/>
          <a:stretch/>
        </p:blipFill>
        <p:spPr>
          <a:xfrm>
            <a:off x="2443320" y="1414440"/>
            <a:ext cx="5836680" cy="1685520"/>
          </a:xfrm>
          <a:prstGeom prst="rect">
            <a:avLst/>
          </a:prstGeom>
          <a:noFill/>
          <a:ln w="0">
            <a:noFill/>
          </a:ln>
        </p:spPr>
      </p:pic>
      <p:pic>
        <p:nvPicPr>
          <p:cNvPr id="376" name="" descr=""/>
          <p:cNvPicPr/>
          <p:nvPr/>
        </p:nvPicPr>
        <p:blipFill>
          <a:blip r:embed="rId2"/>
          <a:stretch/>
        </p:blipFill>
        <p:spPr>
          <a:xfrm>
            <a:off x="2160000" y="3240000"/>
            <a:ext cx="5760000" cy="1046880"/>
          </a:xfrm>
          <a:prstGeom prst="rect">
            <a:avLst/>
          </a:prstGeom>
          <a:noFill/>
          <a:ln w="0">
            <a:noFill/>
          </a:ln>
        </p:spPr>
      </p:pic>
      <p:sp>
        <p:nvSpPr>
          <p:cNvPr id="377" name=""/>
          <p:cNvSpPr txBox="1"/>
          <p:nvPr/>
        </p:nvSpPr>
        <p:spPr>
          <a:xfrm>
            <a:off x="1887480" y="4320000"/>
            <a:ext cx="5507280" cy="351000"/>
          </a:xfrm>
          <a:prstGeom prst="rect">
            <a:avLst/>
          </a:prstGeom>
          <a:noFill/>
          <a:ln w="0">
            <a:noFill/>
          </a:ln>
        </p:spPr>
        <p:txBody>
          <a:bodyPr wrap="none" lIns="90000" rIns="90000" tIns="45000" bIns="45000" anchor="t">
            <a:noAutofit/>
          </a:bodyPr>
          <a:p>
            <a:r>
              <a:rPr b="0" lang="es-ES" sz="1500" strike="noStrike" u="none">
                <a:solidFill>
                  <a:srgbClr val="000000"/>
                </a:solidFill>
                <a:uFillTx/>
                <a:latin typeface="Noto Sans"/>
              </a:rPr>
              <a:t>El atacante ha recibido la clave y el valor inicial del contador</a:t>
            </a:r>
            <a:endParaRPr b="0" lang="es-ES" sz="1500" strike="noStrike" u="none">
              <a:solidFill>
                <a:srgbClr val="000000"/>
              </a:solidFill>
              <a:uFillTx/>
              <a:latin typeface="Noto San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TotalTime>
  <Application>LibreOffice/24.8.6.2$Windows_X86_64 LibreOffice_project/6d98ba145e9a8a39fc57bcc76981d1fb1316c60c</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2025-06-04T23:09:20Z</dcterms:created>
  <dc:creator/>
  <dc:description>
               Grey Elegant - LibreOffice Impress Template
                    by Ahmad Bayhaqi Saputra
This template is made as an answer to Indonesian LibreOffice Community and
Gimpscape ID's call-to-arms to contribute to the 10th anniversary of
LibreOffice celebration.
Content Material :
- icons,
  This template used icons from https://material.io and https://icons8.com/icons
- illustrations,
  This template used illustrations sourced at https://icons8.com/illustrations
- Photos,
  This template used photos sourced at https://unsplash.com
Credits:
This work is licensed under the Creative Commons Attribution-ShareAlike 4.0
International License by Ahmad Bayhaqi Saputra &lt;bayhaqisptr04@gmail.com&gt;.
To view a copy of this license, visit https://creativecommons.org/licenses/by-sa/4.0/legalcode
or send a letter to Creative Commons, PO Box 1866, Mountain View, CA 94042, USA.
Illustrations by Pixeltrue https://icons8.com/illustrations/author/5ec7b0e101d0360016f3d1b3 on icon8 (master slide "Table of content")
Photo by Dave Hoefler https://unsplash.com/fr/@iamthedave on Unsplash https://unsplash.com/fr/licence (slide 9)
    </dc:description>
  <dc:language>es-ES</dc:language>
  <cp:lastModifiedBy/>
  <dcterms:modified xsi:type="dcterms:W3CDTF">2025-06-05T00:01:34Z</dcterms:modified>
  <cp:revision>2</cp:revision>
  <dc:subject/>
  <dc:title>Grey Elegant</dc:title>
</cp:coreProperties>
</file>